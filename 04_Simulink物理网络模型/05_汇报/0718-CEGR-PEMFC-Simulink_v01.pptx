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7" r:id="rId2"/>
    <p:sldMasterId id="2147483662" r:id="rId3"/>
  </p:sldMasterIdLst>
  <p:notesMasterIdLst>
    <p:notesMasterId r:id="rId7"/>
  </p:notesMasterIdLst>
  <p:handoutMasterIdLst>
    <p:handoutMasterId r:id="rId8"/>
  </p:handoutMasterIdLst>
  <p:sldIdLst>
    <p:sldId id="405" r:id="rId4"/>
    <p:sldId id="406" r:id="rId5"/>
    <p:sldId id="404" r:id="rId6"/>
  </p:sldIdLst>
  <p:sldSz cx="12192000" cy="6858000"/>
  <p:notesSz cx="6735763" cy="9866313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4020" userDrawn="1">
          <p15:clr>
            <a:srgbClr val="A4A3A4"/>
          </p15:clr>
        </p15:guide>
        <p15:guide id="3" orient="horz" pos="572" userDrawn="1">
          <p15:clr>
            <a:srgbClr val="A4A3A4"/>
          </p15:clr>
        </p15:guide>
        <p15:guide id="4" pos="483" userDrawn="1">
          <p15:clr>
            <a:srgbClr val="A4A3A4"/>
          </p15:clr>
        </p15:guide>
        <p15:guide id="5" pos="7197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785">
          <p15:clr>
            <a:srgbClr val="A4A3A4"/>
          </p15:clr>
        </p15:guide>
        <p15:guide id="2" pos="2212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dministrator" initials="A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7D89"/>
    <a:srgbClr val="0F298E"/>
    <a:srgbClr val="A6A6A6"/>
    <a:srgbClr val="152A8C"/>
    <a:srgbClr val="152A90"/>
    <a:srgbClr val="A7A9AC"/>
    <a:srgbClr val="2796D4"/>
    <a:srgbClr val="003B90"/>
    <a:srgbClr val="0000FF"/>
    <a:srgbClr val="E2F0D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69CF1AB2-1976-4502-BF36-3FF5EA218861}" styleName="中度样式 4 - 强调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D7AC3CCA-C797-4891-BE02-D94E43425B78}" styleName="中度样式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616DA210-FB5B-4158-B5E0-FEB733F419BA}" styleName="浅色样式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753" autoAdjust="0"/>
    <p:restoredTop sz="99553" autoAdjust="0"/>
  </p:normalViewPr>
  <p:slideViewPr>
    <p:cSldViewPr snapToObjects="1" showGuides="1">
      <p:cViewPr varScale="1">
        <p:scale>
          <a:sx n="82" d="100"/>
          <a:sy n="82" d="100"/>
        </p:scale>
        <p:origin x="274" y="48"/>
      </p:cViewPr>
      <p:guideLst>
        <p:guide orient="horz" pos="4020"/>
        <p:guide orient="horz" pos="572"/>
        <p:guide pos="483"/>
        <p:guide pos="7197"/>
      </p:guideLst>
    </p:cSldViewPr>
  </p:slideViewPr>
  <p:notesTextViewPr>
    <p:cViewPr>
      <p:scale>
        <a:sx n="3" d="2"/>
        <a:sy n="3" d="2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 snapToObjects="1" showGuides="1">
      <p:cViewPr varScale="1">
        <p:scale>
          <a:sx n="42" d="100"/>
          <a:sy n="42" d="100"/>
        </p:scale>
        <p:origin x="-1757" y="-96"/>
      </p:cViewPr>
      <p:guideLst>
        <p:guide orient="horz" pos="2785"/>
        <p:guide pos="2212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handoutMaster" Target="handoutMasters/handoutMaster1.xml"/><Relationship Id="rId13" Type="http://schemas.openxmlformats.org/officeDocument/2006/relationships/tableStyles" Target="tableStyles.xml"/><Relationship Id="rId3" Type="http://schemas.openxmlformats.org/officeDocument/2006/relationships/slideMaster" Target="slideMasters/slideMaster3.xml"/><Relationship Id="rId7" Type="http://schemas.openxmlformats.org/officeDocument/2006/relationships/notesMaster" Target="notesMasters/notesMaster1.xml"/><Relationship Id="rId12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viewProps" Target="viewProps.xml"/><Relationship Id="rId5" Type="http://schemas.openxmlformats.org/officeDocument/2006/relationships/slide" Target="slides/slide2.xml"/><Relationship Id="rId10" Type="http://schemas.openxmlformats.org/officeDocument/2006/relationships/presProps" Target="presProps.xml"/><Relationship Id="rId4" Type="http://schemas.openxmlformats.org/officeDocument/2006/relationships/slide" Target="slides/slide1.xml"/><Relationship Id="rId9" Type="http://schemas.openxmlformats.org/officeDocument/2006/relationships/commentAuthors" Target="commentAuthor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866535" cy="534099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16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747015" y="0"/>
            <a:ext cx="2866535" cy="534099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160"/>
            </a:lvl1pPr>
          </a:lstStyle>
          <a:p>
            <a:fld id="{0F9B84EA-7D68-4D60-9CB1-D50884785D1C}" type="datetimeFigureOut">
              <a:rPr lang="zh-CN" altLang="en-US" smtClean="0"/>
              <a:t>2026/7/20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10110900"/>
            <a:ext cx="2866535" cy="53409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6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747015" y="10110900"/>
            <a:ext cx="2866535" cy="53409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160"/>
            </a:lvl1pPr>
          </a:lstStyle>
          <a:p>
            <a:fld id="{8D4E0FC9-F1F8-4FAE-9988-3BA365CFD46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1538962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19413" cy="4953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14763" y="0"/>
            <a:ext cx="2919412" cy="4953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F0259903-FC65-400A-9E76-C4C330AD3D6E}" type="datetimeFigureOut">
              <a:rPr lang="zh-CN" altLang="en-US"/>
              <a:t>2026/7/20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409575" y="1233488"/>
            <a:ext cx="5916613" cy="3328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CN" altLang="en-US" noProof="0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73100" y="4748213"/>
            <a:ext cx="5389563" cy="3884612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noProof="0"/>
              <a:t>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9371013"/>
            <a:ext cx="2919413" cy="4953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14763" y="9371013"/>
            <a:ext cx="2919412" cy="4953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A67DAE94-9449-4026-AC54-378A5A1A8636}" type="slidenum">
              <a:rPr lang="zh-CN" altLang="en-US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8564216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335" kern="1200">
        <a:solidFill>
          <a:schemeClr val="tx1"/>
        </a:solidFill>
        <a:latin typeface="+mn-lt"/>
        <a:ea typeface="+mn-ea"/>
        <a:cs typeface="+mn-cs"/>
      </a:defRPr>
    </a:lvl1pPr>
    <a:lvl2pPr marL="485775" algn="l" rtl="0" eaLnBrk="0" fontAlgn="base" hangingPunct="0">
      <a:spcBef>
        <a:spcPct val="30000"/>
      </a:spcBef>
      <a:spcAft>
        <a:spcPct val="0"/>
      </a:spcAft>
      <a:defRPr sz="1335" kern="1200">
        <a:solidFill>
          <a:schemeClr val="tx1"/>
        </a:solidFill>
        <a:latin typeface="+mn-lt"/>
        <a:ea typeface="+mn-ea"/>
        <a:cs typeface="+mn-cs"/>
      </a:defRPr>
    </a:lvl2pPr>
    <a:lvl3pPr marL="971550" algn="l" rtl="0" eaLnBrk="0" fontAlgn="base" hangingPunct="0">
      <a:spcBef>
        <a:spcPct val="30000"/>
      </a:spcBef>
      <a:spcAft>
        <a:spcPct val="0"/>
      </a:spcAft>
      <a:defRPr sz="1335" kern="1200">
        <a:solidFill>
          <a:schemeClr val="tx1"/>
        </a:solidFill>
        <a:latin typeface="+mn-lt"/>
        <a:ea typeface="+mn-ea"/>
        <a:cs typeface="+mn-cs"/>
      </a:defRPr>
    </a:lvl3pPr>
    <a:lvl4pPr marL="1457325" algn="l" rtl="0" eaLnBrk="0" fontAlgn="base" hangingPunct="0">
      <a:spcBef>
        <a:spcPct val="30000"/>
      </a:spcBef>
      <a:spcAft>
        <a:spcPct val="0"/>
      </a:spcAft>
      <a:defRPr sz="1335" kern="1200">
        <a:solidFill>
          <a:schemeClr val="tx1"/>
        </a:solidFill>
        <a:latin typeface="+mn-lt"/>
        <a:ea typeface="+mn-ea"/>
        <a:cs typeface="+mn-cs"/>
      </a:defRPr>
    </a:lvl4pPr>
    <a:lvl5pPr marL="1943100" algn="l" rtl="0" eaLnBrk="0" fontAlgn="base" hangingPunct="0">
      <a:spcBef>
        <a:spcPct val="30000"/>
      </a:spcBef>
      <a:spcAft>
        <a:spcPct val="0"/>
      </a:spcAft>
      <a:defRPr sz="1335" kern="1200">
        <a:solidFill>
          <a:schemeClr val="tx1"/>
        </a:solidFill>
        <a:latin typeface="+mn-lt"/>
        <a:ea typeface="+mn-ea"/>
        <a:cs typeface="+mn-cs"/>
      </a:defRPr>
    </a:lvl5pPr>
    <a:lvl6pPr marL="2429510" algn="l" defTabSz="971550" rtl="0" eaLnBrk="1" latinLnBrk="0" hangingPunct="1">
      <a:defRPr sz="1335" kern="1200">
        <a:solidFill>
          <a:schemeClr val="tx1"/>
        </a:solidFill>
        <a:latin typeface="+mn-lt"/>
        <a:ea typeface="+mn-ea"/>
        <a:cs typeface="+mn-cs"/>
      </a:defRPr>
    </a:lvl6pPr>
    <a:lvl7pPr marL="2915285" algn="l" defTabSz="971550" rtl="0" eaLnBrk="1" latinLnBrk="0" hangingPunct="1">
      <a:defRPr sz="1335" kern="1200">
        <a:solidFill>
          <a:schemeClr val="tx1"/>
        </a:solidFill>
        <a:latin typeface="+mn-lt"/>
        <a:ea typeface="+mn-ea"/>
        <a:cs typeface="+mn-cs"/>
      </a:defRPr>
    </a:lvl7pPr>
    <a:lvl8pPr marL="3401060" algn="l" defTabSz="971550" rtl="0" eaLnBrk="1" latinLnBrk="0" hangingPunct="1">
      <a:defRPr sz="1335" kern="1200">
        <a:solidFill>
          <a:schemeClr val="tx1"/>
        </a:solidFill>
        <a:latin typeface="+mn-lt"/>
        <a:ea typeface="+mn-ea"/>
        <a:cs typeface="+mn-cs"/>
      </a:defRPr>
    </a:lvl8pPr>
    <a:lvl9pPr marL="3886835" algn="l" defTabSz="971550" rtl="0" eaLnBrk="1" latinLnBrk="0" hangingPunct="1">
      <a:defRPr sz="1335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3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3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3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3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image" Target="../media/image12.jpeg"/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020封面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ctrTitle"/>
          </p:nvPr>
        </p:nvSpPr>
        <p:spPr>
          <a:xfrm>
            <a:off x="0" y="2564904"/>
            <a:ext cx="12192000" cy="1775292"/>
          </a:xfrm>
          <a:prstGeom prst="rect">
            <a:avLst/>
          </a:prstGeom>
        </p:spPr>
        <p:txBody>
          <a:bodyPr anchor="ctr" anchorCtr="0"/>
          <a:lstStyle>
            <a:lvl1pPr algn="ctr">
              <a:lnSpc>
                <a:spcPct val="100000"/>
              </a:lnSpc>
              <a:defRPr sz="5400" b="1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9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1143000" y="4476097"/>
            <a:ext cx="9921552" cy="1655762"/>
          </a:xfrm>
          <a:prstGeom prst="rect">
            <a:avLst/>
          </a:prstGeom>
        </p:spPr>
        <p:txBody>
          <a:bodyPr anchor="ctr" anchorCtr="0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400" b="1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单击以编辑母版副标题样式</a:t>
            </a:r>
            <a:endParaRPr lang="en-US" dirty="0"/>
          </a:p>
        </p:txBody>
      </p:sp>
      <p:sp>
        <p:nvSpPr>
          <p:cNvPr id="2" name="同侧圆角矩形 3"/>
          <p:cNvSpPr/>
          <p:nvPr userDrawn="1"/>
        </p:nvSpPr>
        <p:spPr>
          <a:xfrm rot="10800000">
            <a:off x="0" y="6942143"/>
            <a:ext cx="12192000" cy="614361"/>
          </a:xfrm>
          <a:prstGeom prst="round2SameRect">
            <a:avLst>
              <a:gd name="adj1" fmla="val 21050"/>
              <a:gd name="adj2" fmla="val 0"/>
            </a:avLst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886" tIns="36443" rIns="72886" bIns="36443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15" name="矩形 14"/>
          <p:cNvSpPr/>
          <p:nvPr userDrawn="1"/>
        </p:nvSpPr>
        <p:spPr>
          <a:xfrm>
            <a:off x="0" y="6964366"/>
            <a:ext cx="12192000" cy="53975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695" tIns="28695" rIns="28695" bIns="28695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800" b="0" dirty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本模板用于制作</a:t>
            </a:r>
            <a:r>
              <a:rPr lang="en-US" altLang="zh-CN" sz="1800" b="0" dirty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16:9</a:t>
            </a:r>
            <a:r>
              <a:rPr lang="zh-CN" altLang="en-US" sz="1800" b="0" dirty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比例</a:t>
            </a:r>
            <a:r>
              <a:rPr lang="en-US" altLang="zh-CN" sz="1800" b="0" dirty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PPT</a:t>
            </a:r>
            <a:r>
              <a:rPr lang="zh-CN" altLang="en-US" sz="1800" b="0" dirty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，适用于一汽解放所属各部门、各单位           更新时间：</a:t>
            </a:r>
            <a:r>
              <a:rPr lang="en-US" altLang="zh-CN" sz="1800" b="0" dirty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2020</a:t>
            </a:r>
            <a:r>
              <a:rPr lang="zh-CN" altLang="en-US" sz="1800" b="0" dirty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年</a:t>
            </a:r>
            <a:r>
              <a:rPr lang="en-US" altLang="zh-CN" sz="1800" b="0" dirty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8</a:t>
            </a:r>
            <a:r>
              <a:rPr lang="zh-CN" altLang="en-US" sz="1800" b="0" dirty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月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字体及颜色规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圆角矩形 3"/>
          <p:cNvSpPr/>
          <p:nvPr userDrawn="1"/>
        </p:nvSpPr>
        <p:spPr>
          <a:xfrm>
            <a:off x="345020" y="188915"/>
            <a:ext cx="11504082" cy="539751"/>
          </a:xfrm>
          <a:prstGeom prst="roundRect">
            <a:avLst>
              <a:gd name="adj" fmla="val 5951"/>
            </a:avLst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886" tIns="36443" rIns="72886" bIns="36443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5" name="圆角矩形 4"/>
          <p:cNvSpPr/>
          <p:nvPr userDrawn="1"/>
        </p:nvSpPr>
        <p:spPr>
          <a:xfrm>
            <a:off x="345020" y="822330"/>
            <a:ext cx="11504082" cy="1311276"/>
          </a:xfrm>
          <a:prstGeom prst="roundRect">
            <a:avLst>
              <a:gd name="adj" fmla="val 2075"/>
            </a:avLst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886" tIns="36443" rIns="72886" bIns="36443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6" name="矩形 5"/>
          <p:cNvSpPr/>
          <p:nvPr userDrawn="1"/>
        </p:nvSpPr>
        <p:spPr>
          <a:xfrm>
            <a:off x="1037168" y="1362078"/>
            <a:ext cx="3312585" cy="576262"/>
          </a:xfrm>
          <a:prstGeom prst="rect">
            <a:avLst/>
          </a:prstGeom>
          <a:solidFill>
            <a:srgbClr val="003B9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695" tIns="28695" rIns="28695" bIns="28695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3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一汽蓝</a:t>
            </a:r>
            <a:endParaRPr lang="en-US" altLang="zh-CN" sz="13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1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RGB</a:t>
            </a:r>
            <a:r>
              <a:rPr lang="zh-CN" altLang="en-US" sz="1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en-US" altLang="zh-CN" sz="1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0/59/144</a:t>
            </a:r>
            <a:endParaRPr lang="zh-CN" altLang="en-US" sz="11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矩形 6"/>
          <p:cNvSpPr/>
          <p:nvPr userDrawn="1"/>
        </p:nvSpPr>
        <p:spPr>
          <a:xfrm>
            <a:off x="4436538" y="1362078"/>
            <a:ext cx="3314700" cy="576262"/>
          </a:xfrm>
          <a:prstGeom prst="rect">
            <a:avLst/>
          </a:prstGeom>
          <a:solidFill>
            <a:srgbClr val="A7A9AC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695" tIns="28695" rIns="28695" bIns="28695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3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一汽灰</a:t>
            </a:r>
            <a:endParaRPr lang="en-US" altLang="zh-CN" sz="13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1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RGB:167/169/172</a:t>
            </a:r>
            <a:endParaRPr lang="zh-CN" altLang="en-US" sz="11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矩形 7"/>
          <p:cNvSpPr/>
          <p:nvPr userDrawn="1"/>
        </p:nvSpPr>
        <p:spPr>
          <a:xfrm>
            <a:off x="7831668" y="1362078"/>
            <a:ext cx="3312585" cy="576262"/>
          </a:xfrm>
          <a:prstGeom prst="rect">
            <a:avLst/>
          </a:prstGeom>
          <a:solidFill>
            <a:schemeClr val="accent3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695" tIns="28695" rIns="28695" bIns="28695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3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标准红</a:t>
            </a:r>
            <a:endParaRPr lang="en-US" altLang="zh-CN" sz="13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1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RGB</a:t>
            </a:r>
            <a:r>
              <a:rPr lang="zh-CN" altLang="en-US" sz="1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en-US" altLang="zh-CN" sz="1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192/0/0</a:t>
            </a:r>
            <a:endParaRPr lang="zh-CN" altLang="en-US" sz="11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矩形 8"/>
          <p:cNvSpPr/>
          <p:nvPr userDrawn="1"/>
        </p:nvSpPr>
        <p:spPr>
          <a:xfrm>
            <a:off x="1064686" y="188915"/>
            <a:ext cx="10079567" cy="53975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695" tIns="28695" rIns="28695" bIns="28695"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8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字体规范：标题及正文优先用微软雅黑</a:t>
            </a:r>
          </a:p>
        </p:txBody>
      </p:sp>
      <p:sp>
        <p:nvSpPr>
          <p:cNvPr id="12" name="矩形 11"/>
          <p:cNvSpPr/>
          <p:nvPr userDrawn="1"/>
        </p:nvSpPr>
        <p:spPr>
          <a:xfrm>
            <a:off x="1037169" y="822329"/>
            <a:ext cx="10079567" cy="45878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695" tIns="28695" rIns="28695" bIns="28695"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8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颜色规范：优先选用以下三种颜色</a:t>
            </a:r>
          </a:p>
        </p:txBody>
      </p:sp>
      <p:sp>
        <p:nvSpPr>
          <p:cNvPr id="13" name="矩形 12"/>
          <p:cNvSpPr/>
          <p:nvPr userDrawn="1"/>
        </p:nvSpPr>
        <p:spPr>
          <a:xfrm>
            <a:off x="1020237" y="2320929"/>
            <a:ext cx="10079567" cy="45878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695" tIns="28695" rIns="28695" bIns="28695"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8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使用规定颜色的方法</a:t>
            </a:r>
            <a:r>
              <a:rPr lang="en-US" altLang="zh-CN" sz="18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18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</a:p>
        </p:txBody>
      </p:sp>
      <p:sp>
        <p:nvSpPr>
          <p:cNvPr id="14" name="矩形 13"/>
          <p:cNvSpPr/>
          <p:nvPr userDrawn="1"/>
        </p:nvSpPr>
        <p:spPr>
          <a:xfrm>
            <a:off x="1020237" y="2879729"/>
            <a:ext cx="10079567" cy="45878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695" tIns="28695" rIns="28695" bIns="28695"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11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11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、在本</a:t>
            </a:r>
            <a:r>
              <a:rPr lang="en-US" altLang="zh-CN" sz="11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PPT</a:t>
            </a:r>
            <a:r>
              <a:rPr lang="zh-CN" altLang="en-US" sz="11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模板中依次点击“设计”</a:t>
            </a:r>
            <a:r>
              <a:rPr lang="en-US" altLang="zh-CN" sz="11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zh-CN" altLang="en-US" sz="11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“颜色”</a:t>
            </a:r>
            <a:r>
              <a:rPr lang="en-US" altLang="zh-CN" sz="11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zh-CN" altLang="en-US" sz="11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选取“解放</a:t>
            </a:r>
            <a:r>
              <a:rPr lang="en-US" altLang="zh-CN" sz="11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PPT</a:t>
            </a:r>
            <a:r>
              <a:rPr lang="zh-CN" altLang="en-US" sz="11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配色方案”</a:t>
            </a:r>
            <a:endParaRPr lang="en-US" altLang="zh-CN" sz="11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11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11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、在主题颜色中即可使用以上三种颜色（如箭头所示）</a:t>
            </a:r>
          </a:p>
        </p:txBody>
      </p:sp>
      <p:sp>
        <p:nvSpPr>
          <p:cNvPr id="18" name="矩形 17"/>
          <p:cNvSpPr/>
          <p:nvPr userDrawn="1"/>
        </p:nvSpPr>
        <p:spPr>
          <a:xfrm>
            <a:off x="1020237" y="5246691"/>
            <a:ext cx="10079567" cy="45878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695" tIns="28695" rIns="28695" bIns="28695"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8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使用规定颜色的方法</a:t>
            </a:r>
            <a:r>
              <a:rPr lang="en-US" altLang="zh-CN" sz="18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18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</a:p>
        </p:txBody>
      </p:sp>
      <p:sp>
        <p:nvSpPr>
          <p:cNvPr id="19" name="矩形 18"/>
          <p:cNvSpPr/>
          <p:nvPr userDrawn="1"/>
        </p:nvSpPr>
        <p:spPr>
          <a:xfrm>
            <a:off x="1020237" y="5805490"/>
            <a:ext cx="10079567" cy="45878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695" tIns="28695" rIns="28695" bIns="28695"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11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11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、设定颜色时选“其他颜色”</a:t>
            </a:r>
            <a:endParaRPr lang="en-US" altLang="zh-CN" sz="11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11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11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、在弹出对话框中选“自定义”，对</a:t>
            </a:r>
            <a:r>
              <a:rPr lang="en-US" altLang="zh-CN" sz="11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RGB</a:t>
            </a:r>
            <a:r>
              <a:rPr lang="zh-CN" altLang="en-US" sz="11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值进行设置</a:t>
            </a:r>
          </a:p>
        </p:txBody>
      </p:sp>
      <p:pic>
        <p:nvPicPr>
          <p:cNvPr id="20" name="Picture 2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0059"/>
          <a:stretch>
            <a:fillRect/>
          </a:stretch>
        </p:blipFill>
        <p:spPr bwMode="auto">
          <a:xfrm>
            <a:off x="7056968" y="5705478"/>
            <a:ext cx="2184401" cy="72390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1" name="Picture 3"/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23401" y="5305427"/>
            <a:ext cx="1498600" cy="112394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8" name="图片 27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60413" y="4038710"/>
            <a:ext cx="2925733" cy="922118"/>
          </a:xfrm>
          <a:prstGeom prst="rect">
            <a:avLst/>
          </a:prstGeom>
        </p:spPr>
      </p:pic>
      <p:sp>
        <p:nvSpPr>
          <p:cNvPr id="29" name="椭圆 28"/>
          <p:cNvSpPr/>
          <p:nvPr userDrawn="1"/>
        </p:nvSpPr>
        <p:spPr>
          <a:xfrm>
            <a:off x="1216199" y="3436145"/>
            <a:ext cx="342900" cy="342900"/>
          </a:xfrm>
          <a:prstGeom prst="ellipse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cxnSp>
        <p:nvCxnSpPr>
          <p:cNvPr id="30" name="直接箭头连接符 29"/>
          <p:cNvCxnSpPr>
            <a:stCxn id="29" idx="4"/>
          </p:cNvCxnSpPr>
          <p:nvPr userDrawn="1"/>
        </p:nvCxnSpPr>
        <p:spPr>
          <a:xfrm flipH="1">
            <a:off x="1265585" y="3779045"/>
            <a:ext cx="122064" cy="84069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直接箭头连接符 30"/>
          <p:cNvCxnSpPr>
            <a:stCxn id="29" idx="4"/>
          </p:cNvCxnSpPr>
          <p:nvPr userDrawn="1"/>
        </p:nvCxnSpPr>
        <p:spPr>
          <a:xfrm>
            <a:off x="1387649" y="3779045"/>
            <a:ext cx="162099" cy="84069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直接箭头连接符 31"/>
          <p:cNvCxnSpPr>
            <a:stCxn id="29" idx="4"/>
          </p:cNvCxnSpPr>
          <p:nvPr userDrawn="1"/>
        </p:nvCxnSpPr>
        <p:spPr>
          <a:xfrm>
            <a:off x="1387649" y="3779045"/>
            <a:ext cx="20811" cy="84069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432020" y="137208"/>
            <a:ext cx="10340973" cy="606701"/>
          </a:xfrm>
          <a:prstGeom prst="rect">
            <a:avLst/>
          </a:prstGeom>
        </p:spPr>
        <p:txBody>
          <a:bodyPr lIns="121917" tIns="60958" rIns="121917" bIns="60958" anchor="t"/>
          <a:lstStyle>
            <a:lvl1pPr>
              <a:defRPr sz="2900"/>
            </a:lvl1pPr>
          </a:lstStyle>
          <a:p>
            <a:r>
              <a:rPr lang="en-US" altLang="zh-CN" dirty="0"/>
              <a:t>Click to edit Master title style</a:t>
            </a:r>
            <a:endParaRPr lang="zh-CN" altLang="en-US" dirty="0"/>
          </a:p>
        </p:txBody>
      </p:sp>
      <p:sp>
        <p:nvSpPr>
          <p:cNvPr id="12" name="Content Placeholder 11"/>
          <p:cNvSpPr>
            <a:spLocks noGrp="1"/>
          </p:cNvSpPr>
          <p:nvPr>
            <p:ph sz="quarter" idx="11"/>
          </p:nvPr>
        </p:nvSpPr>
        <p:spPr>
          <a:xfrm>
            <a:off x="432019" y="891576"/>
            <a:ext cx="11575136" cy="5349165"/>
          </a:xfrm>
          <a:prstGeom prst="rect">
            <a:avLst/>
          </a:prstGeom>
        </p:spPr>
        <p:txBody>
          <a:bodyPr lIns="97339" tIns="48669" rIns="97339" bIns="48669"/>
          <a:lstStyle>
            <a:lvl1pPr marL="375920" indent="-375920">
              <a:buFont typeface="Arial" panose="020B0604020202020204" pitchFamily="34" charset="0"/>
              <a:buChar char="•"/>
              <a:defRPr sz="2500" b="1">
                <a:latin typeface="+mj-ea"/>
                <a:ea typeface="+mj-ea"/>
              </a:defRPr>
            </a:lvl1pPr>
            <a:lvl2pPr marL="814705" indent="-312420">
              <a:buFont typeface="Arial" panose="020B0604020202020204" pitchFamily="34" charset="0"/>
              <a:buChar char="•"/>
              <a:defRPr sz="2100">
                <a:latin typeface="+mj-ea"/>
                <a:ea typeface="+mj-ea"/>
              </a:defRPr>
            </a:lvl2pPr>
            <a:lvl3pPr marL="1254760" indent="-252095">
              <a:buFont typeface="Arial" panose="020B0604020202020204" pitchFamily="34" charset="0"/>
              <a:buChar char="•"/>
              <a:defRPr sz="1900">
                <a:latin typeface="+mj-ea"/>
                <a:ea typeface="+mj-ea"/>
              </a:defRPr>
            </a:lvl3pPr>
            <a:lvl4pPr marL="1755140" indent="-250825">
              <a:buFont typeface="Arial" panose="020B0604020202020204" pitchFamily="34" charset="0"/>
              <a:buChar char="•"/>
              <a:defRPr sz="1700">
                <a:latin typeface="+mj-ea"/>
                <a:ea typeface="+mj-ea"/>
              </a:defRPr>
            </a:lvl4pPr>
            <a:lvl5pPr>
              <a:defRPr sz="1700">
                <a:latin typeface="+mj-ea"/>
                <a:ea typeface="+mj-ea"/>
              </a:defRPr>
            </a:lvl5pPr>
          </a:lstStyle>
          <a:p>
            <a:pPr lvl="0"/>
            <a:r>
              <a:rPr lang="en-US" altLang="zh-CN" dirty="0"/>
              <a:t>Click to edit Master text styles</a:t>
            </a:r>
          </a:p>
          <a:p>
            <a:pPr lvl="1"/>
            <a:r>
              <a:rPr lang="en-US" altLang="zh-CN" dirty="0"/>
              <a:t>Second level</a:t>
            </a:r>
          </a:p>
          <a:p>
            <a:pPr lvl="2"/>
            <a:r>
              <a:rPr lang="en-US" altLang="zh-CN" dirty="0"/>
              <a:t>Third level</a:t>
            </a:r>
          </a:p>
          <a:p>
            <a:pPr lvl="3"/>
            <a:r>
              <a:rPr lang="en-US" altLang="zh-CN" dirty="0"/>
              <a:t>Fourth level</a:t>
            </a:r>
          </a:p>
          <a:p>
            <a:pPr lvl="4"/>
            <a:r>
              <a:rPr lang="en-US" altLang="zh-CN" dirty="0"/>
              <a:t>Fifth level</a:t>
            </a:r>
            <a:endParaRPr lang="zh-CN" altLang="en-US" dirty="0"/>
          </a:p>
        </p:txBody>
      </p:sp>
      <p:sp>
        <p:nvSpPr>
          <p:cNvPr id="7" name="灯片编号占位符 2"/>
          <p:cNvSpPr>
            <a:spLocks noGrp="1"/>
          </p:cNvSpPr>
          <p:nvPr>
            <p:ph type="sldNum" sz="quarter" idx="10"/>
          </p:nvPr>
        </p:nvSpPr>
        <p:spPr>
          <a:xfrm>
            <a:off x="11519925" y="6492120"/>
            <a:ext cx="672075" cy="365881"/>
          </a:xfrm>
          <a:prstGeom prst="rect">
            <a:avLst/>
          </a:prstGeom>
        </p:spPr>
        <p:txBody>
          <a:bodyPr lIns="121917" tIns="60958" rIns="121917" bIns="60958"/>
          <a:lstStyle/>
          <a:p>
            <a:fld id="{40440DA3-30C4-4DCA-932E-EEA4C578F8A5}" type="slidenum">
              <a:rPr lang="zh-CN" altLang="en-US" sz="1300" smtClean="0">
                <a:solidFill>
                  <a:prstClr val="black"/>
                </a:solidFill>
              </a:rPr>
              <a:t>‹#›</a:t>
            </a:fld>
            <a:endParaRPr lang="zh-CN" altLang="en-US" sz="1300">
              <a:solidFill>
                <a:prstClr val="black"/>
              </a:solidFill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第3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5"/>
          <p:cNvSpPr>
            <a:spLocks noGrp="1"/>
          </p:cNvSpPr>
          <p:nvPr>
            <p:ph type="body" sz="quarter" idx="10" hasCustomPrompt="1"/>
          </p:nvPr>
        </p:nvSpPr>
        <p:spPr>
          <a:xfrm>
            <a:off x="452769" y="847056"/>
            <a:ext cx="4999125" cy="377738"/>
          </a:xfrm>
          <a:prstGeom prst="rect">
            <a:avLst/>
          </a:prstGeom>
        </p:spPr>
        <p:txBody>
          <a:bodyPr/>
          <a:lstStyle>
            <a:lvl1pPr marL="0" indent="0" algn="just">
              <a:lnSpc>
                <a:spcPct val="100000"/>
              </a:lnSpc>
              <a:spcBef>
                <a:spcPts val="120"/>
              </a:spcBef>
              <a:spcAft>
                <a:spcPts val="120"/>
              </a:spcAft>
              <a:buClr>
                <a:schemeClr val="tx1"/>
              </a:buClr>
              <a:buFont typeface="Wingdings" panose="05000000000000000000" pitchFamily="2" charset="2"/>
              <a:buNone/>
              <a:defRPr sz="2000" b="1">
                <a:solidFill>
                  <a:schemeClr val="tx1"/>
                </a:solidFill>
                <a:latin typeface="+mj-ea"/>
                <a:ea typeface="+mj-ea"/>
              </a:defRPr>
            </a:lvl1pPr>
          </a:lstStyle>
          <a:p>
            <a:pPr lvl="0"/>
            <a:r>
              <a:rPr lang="zh-CN" altLang="en-US" dirty="0"/>
              <a:t>小标题</a:t>
            </a:r>
            <a:endParaRPr lang="en-US" altLang="zh-CN" dirty="0"/>
          </a:p>
        </p:txBody>
      </p:sp>
      <p:sp>
        <p:nvSpPr>
          <p:cNvPr id="13" name="文本占位符 12"/>
          <p:cNvSpPr>
            <a:spLocks noGrp="1"/>
          </p:cNvSpPr>
          <p:nvPr>
            <p:ph type="body" sz="quarter" idx="12" hasCustomPrompt="1"/>
          </p:nvPr>
        </p:nvSpPr>
        <p:spPr>
          <a:xfrm>
            <a:off x="452770" y="1223000"/>
            <a:ext cx="11259805" cy="338923"/>
          </a:xfrm>
          <a:prstGeom prst="rect">
            <a:avLst/>
          </a:prstGeom>
        </p:spPr>
        <p:txBody>
          <a:bodyPr/>
          <a:lstStyle>
            <a:lvl1pPr marL="263525" indent="-263525" algn="just">
              <a:lnSpc>
                <a:spcPct val="120000"/>
              </a:lnSpc>
              <a:buClr>
                <a:schemeClr val="accent1"/>
              </a:buClr>
              <a:buFont typeface="Wingdings" panose="05000000000000000000" pitchFamily="2" charset="2"/>
              <a:buChar char="n"/>
              <a:defRPr sz="1600">
                <a:solidFill>
                  <a:schemeClr val="tx2"/>
                </a:solidFill>
              </a:defRPr>
            </a:lvl1pPr>
          </a:lstStyle>
          <a:p>
            <a:pPr lvl="0"/>
            <a:r>
              <a:rPr lang="zh-CN" altLang="en-US" dirty="0"/>
              <a:t>内容</a:t>
            </a:r>
            <a:endParaRPr lang="en-US" altLang="zh-CN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文本占位符 31"/>
          <p:cNvSpPr>
            <a:spLocks noGrp="1"/>
          </p:cNvSpPr>
          <p:nvPr>
            <p:ph type="body" sz="quarter" idx="11" hasCustomPrompt="1"/>
          </p:nvPr>
        </p:nvSpPr>
        <p:spPr>
          <a:xfrm>
            <a:off x="3047780" y="1882408"/>
            <a:ext cx="6487200" cy="547200"/>
          </a:xfrm>
          <a:prstGeom prst="rect">
            <a:avLst/>
          </a:prstGeom>
          <a:solidFill>
            <a:srgbClr val="D5D5D5"/>
          </a:solidFill>
        </p:spPr>
        <p:txBody>
          <a:bodyPr vert="horz" lIns="91440" tIns="45720" rIns="91440" bIns="45720" rtlCol="0" anchor="ctr">
            <a:normAutofit/>
          </a:bodyPr>
          <a:lstStyle>
            <a:lvl1pPr marL="0" indent="132080" latinLnBrk="0">
              <a:spcBef>
                <a:spcPct val="0"/>
              </a:spcBef>
              <a:buNone/>
              <a:defRPr lang="zh-CN" altLang="en-US" sz="2000" b="1" kern="1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pPr marL="0" lvl="0" latinLnBrk="0">
              <a:spcBef>
                <a:spcPct val="0"/>
              </a:spcBef>
            </a:pPr>
            <a:r>
              <a:rPr lang="zh-CN" altLang="en-US" dirty="0"/>
              <a:t>规划基础</a:t>
            </a:r>
          </a:p>
        </p:txBody>
      </p:sp>
      <p:sp>
        <p:nvSpPr>
          <p:cNvPr id="33" name="文本占位符 31"/>
          <p:cNvSpPr>
            <a:spLocks noGrp="1"/>
          </p:cNvSpPr>
          <p:nvPr>
            <p:ph type="body" sz="quarter" idx="12" hasCustomPrompt="1"/>
          </p:nvPr>
        </p:nvSpPr>
        <p:spPr>
          <a:xfrm>
            <a:off x="2347891" y="1882408"/>
            <a:ext cx="648000" cy="547200"/>
          </a:xfrm>
          <a:prstGeom prst="rect">
            <a:avLst/>
          </a:prstGeom>
          <a:solidFill>
            <a:srgbClr val="D5D5D5"/>
          </a:solidFill>
        </p:spPr>
        <p:txBody>
          <a:bodyPr vert="horz" lIns="91440" tIns="45720" rIns="91440" bIns="45720" rtlCol="0" anchor="ctr">
            <a:normAutofit/>
          </a:bodyPr>
          <a:lstStyle>
            <a:lvl1pPr marL="0" indent="0" algn="ctr">
              <a:buNone/>
              <a:defRPr lang="zh-CN" altLang="en-US" sz="2400" b="1" kern="1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pPr marL="0" lvl="0" latinLnBrk="0">
              <a:spcBef>
                <a:spcPct val="0"/>
              </a:spcBef>
            </a:pPr>
            <a:r>
              <a:rPr lang="zh-CN" altLang="en-US" dirty="0"/>
              <a:t>一</a:t>
            </a:r>
          </a:p>
        </p:txBody>
      </p:sp>
      <p:sp>
        <p:nvSpPr>
          <p:cNvPr id="37" name="文本占位符 31"/>
          <p:cNvSpPr>
            <a:spLocks noGrp="1"/>
          </p:cNvSpPr>
          <p:nvPr>
            <p:ph type="body" sz="quarter" idx="16" hasCustomPrompt="1"/>
          </p:nvPr>
        </p:nvSpPr>
        <p:spPr>
          <a:xfrm>
            <a:off x="2347891" y="4061323"/>
            <a:ext cx="648000" cy="547200"/>
          </a:xfrm>
          <a:prstGeom prst="rect">
            <a:avLst/>
          </a:prstGeom>
          <a:solidFill>
            <a:srgbClr val="D5D5D5"/>
          </a:solidFill>
          <a:ln>
            <a:noFill/>
          </a:ln>
        </p:spPr>
        <p:txBody>
          <a:bodyPr vert="horz" lIns="91440" tIns="45720" rIns="91440" bIns="45720" rtlCol="0" anchor="ctr">
            <a:normAutofit/>
          </a:bodyPr>
          <a:lstStyle>
            <a:lvl1pPr marL="0" indent="0" algn="ctr">
              <a:buNone/>
              <a:defRPr lang="zh-CN" altLang="en-US" sz="2000" b="1" kern="1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pPr marL="0" lvl="0" latinLnBrk="0">
              <a:spcBef>
                <a:spcPct val="0"/>
              </a:spcBef>
            </a:pPr>
            <a:r>
              <a:rPr lang="zh-CN" altLang="en-US" dirty="0"/>
              <a:t>四</a:t>
            </a:r>
          </a:p>
        </p:txBody>
      </p:sp>
      <p:sp>
        <p:nvSpPr>
          <p:cNvPr id="39" name="文本占位符 31"/>
          <p:cNvSpPr>
            <a:spLocks noGrp="1"/>
          </p:cNvSpPr>
          <p:nvPr>
            <p:ph type="body" sz="quarter" idx="18" hasCustomPrompt="1"/>
          </p:nvPr>
        </p:nvSpPr>
        <p:spPr>
          <a:xfrm>
            <a:off x="2347891" y="3335018"/>
            <a:ext cx="648000" cy="547200"/>
          </a:xfrm>
          <a:prstGeom prst="rect">
            <a:avLst/>
          </a:prstGeom>
          <a:solidFill>
            <a:srgbClr val="D5D5D5"/>
          </a:solidFill>
          <a:ln>
            <a:noFill/>
          </a:ln>
        </p:spPr>
        <p:txBody>
          <a:bodyPr vert="horz" lIns="91440" tIns="45720" rIns="91440" bIns="45720" rtlCol="0" anchor="ctr">
            <a:normAutofit/>
          </a:bodyPr>
          <a:lstStyle>
            <a:lvl1pPr marL="0" indent="0" algn="ctr">
              <a:buNone/>
              <a:defRPr lang="zh-CN" altLang="en-US" sz="2000" b="1" kern="1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pPr marL="0" lvl="0" latinLnBrk="0">
              <a:spcBef>
                <a:spcPct val="0"/>
              </a:spcBef>
            </a:pPr>
            <a:r>
              <a:rPr lang="zh-CN" altLang="en-US" dirty="0"/>
              <a:t>三</a:t>
            </a:r>
          </a:p>
        </p:txBody>
      </p:sp>
      <p:sp>
        <p:nvSpPr>
          <p:cNvPr id="41" name="文本占位符 31"/>
          <p:cNvSpPr>
            <a:spLocks noGrp="1"/>
          </p:cNvSpPr>
          <p:nvPr>
            <p:ph type="body" sz="quarter" idx="20" hasCustomPrompt="1"/>
          </p:nvPr>
        </p:nvSpPr>
        <p:spPr>
          <a:xfrm>
            <a:off x="2347891" y="2608713"/>
            <a:ext cx="648000" cy="547200"/>
          </a:xfrm>
          <a:prstGeom prst="rect">
            <a:avLst/>
          </a:prstGeom>
          <a:solidFill>
            <a:srgbClr val="D5D5D5"/>
          </a:solidFill>
          <a:ln>
            <a:noFill/>
          </a:ln>
        </p:spPr>
        <p:txBody>
          <a:bodyPr vert="horz" lIns="91440" tIns="45720" rIns="91440" bIns="45720" rtlCol="0" anchor="ctr">
            <a:normAutofit/>
          </a:bodyPr>
          <a:lstStyle>
            <a:lvl1pPr marL="0" indent="0" algn="ctr">
              <a:buNone/>
              <a:defRPr lang="zh-CN" altLang="en-US" sz="2000" b="1" kern="1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pPr marL="0" lvl="0" latinLnBrk="0">
              <a:spcBef>
                <a:spcPct val="0"/>
              </a:spcBef>
            </a:pPr>
            <a:r>
              <a:rPr lang="zh-CN" altLang="en-US" dirty="0"/>
              <a:t>二</a:t>
            </a:r>
          </a:p>
        </p:txBody>
      </p:sp>
      <p:sp>
        <p:nvSpPr>
          <p:cNvPr id="44" name="文本占位符 31"/>
          <p:cNvSpPr>
            <a:spLocks noGrp="1"/>
          </p:cNvSpPr>
          <p:nvPr>
            <p:ph type="body" sz="quarter" idx="21" hasCustomPrompt="1"/>
          </p:nvPr>
        </p:nvSpPr>
        <p:spPr>
          <a:xfrm>
            <a:off x="3047780" y="2608713"/>
            <a:ext cx="6487200" cy="547200"/>
          </a:xfrm>
          <a:prstGeom prst="rect">
            <a:avLst/>
          </a:prstGeom>
          <a:solidFill>
            <a:srgbClr val="D5D5D5"/>
          </a:solidFill>
        </p:spPr>
        <p:txBody>
          <a:bodyPr vert="horz" lIns="91440" tIns="45720" rIns="91440" bIns="45720" rtlCol="0" anchor="ctr">
            <a:normAutofit/>
          </a:bodyPr>
          <a:lstStyle>
            <a:lvl1pPr marL="0" indent="132080" latinLnBrk="0">
              <a:spcBef>
                <a:spcPct val="0"/>
              </a:spcBef>
              <a:buNone/>
              <a:defRPr lang="zh-CN" altLang="en-US" sz="2000" b="1" kern="1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pPr marL="0" lvl="0" latinLnBrk="0">
              <a:spcBef>
                <a:spcPct val="0"/>
              </a:spcBef>
            </a:pPr>
            <a:r>
              <a:rPr lang="zh-CN" altLang="en-US" dirty="0"/>
              <a:t>环境分析</a:t>
            </a:r>
          </a:p>
        </p:txBody>
      </p:sp>
      <p:sp>
        <p:nvSpPr>
          <p:cNvPr id="45" name="文本占位符 31"/>
          <p:cNvSpPr>
            <a:spLocks noGrp="1"/>
          </p:cNvSpPr>
          <p:nvPr>
            <p:ph type="body" sz="quarter" idx="22" hasCustomPrompt="1"/>
          </p:nvPr>
        </p:nvSpPr>
        <p:spPr>
          <a:xfrm>
            <a:off x="3047780" y="3335018"/>
            <a:ext cx="6487200" cy="547200"/>
          </a:xfrm>
          <a:prstGeom prst="rect">
            <a:avLst/>
          </a:prstGeom>
          <a:solidFill>
            <a:srgbClr val="D5D5D5"/>
          </a:solidFill>
        </p:spPr>
        <p:txBody>
          <a:bodyPr vert="horz" lIns="91440" tIns="45720" rIns="91440" bIns="45720" rtlCol="0" anchor="ctr">
            <a:normAutofit/>
          </a:bodyPr>
          <a:lstStyle>
            <a:lvl1pPr marL="0" indent="132080" latinLnBrk="0">
              <a:spcBef>
                <a:spcPct val="0"/>
              </a:spcBef>
              <a:buNone/>
              <a:defRPr lang="zh-CN" altLang="en-US" sz="2000" b="1" kern="1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pPr marL="0" lvl="0" latinLnBrk="0">
              <a:spcBef>
                <a:spcPct val="0"/>
              </a:spcBef>
            </a:pPr>
            <a:r>
              <a:rPr lang="zh-CN" altLang="en-US" dirty="0"/>
              <a:t>平台规划</a:t>
            </a:r>
          </a:p>
        </p:txBody>
      </p:sp>
      <p:sp>
        <p:nvSpPr>
          <p:cNvPr id="46" name="文本占位符 31"/>
          <p:cNvSpPr>
            <a:spLocks noGrp="1"/>
          </p:cNvSpPr>
          <p:nvPr>
            <p:ph type="body" sz="quarter" idx="23" hasCustomPrompt="1"/>
          </p:nvPr>
        </p:nvSpPr>
        <p:spPr>
          <a:xfrm>
            <a:off x="3047780" y="4061323"/>
            <a:ext cx="6487200" cy="547200"/>
          </a:xfrm>
          <a:prstGeom prst="rect">
            <a:avLst/>
          </a:prstGeom>
          <a:solidFill>
            <a:srgbClr val="D5D5D5"/>
          </a:solidFill>
        </p:spPr>
        <p:txBody>
          <a:bodyPr vert="horz" lIns="91440" tIns="45720" rIns="91440" bIns="45720" rtlCol="0" anchor="ctr">
            <a:normAutofit/>
          </a:bodyPr>
          <a:lstStyle>
            <a:lvl1pPr marL="0" indent="132080" latinLnBrk="0">
              <a:spcBef>
                <a:spcPct val="0"/>
              </a:spcBef>
              <a:buNone/>
              <a:defRPr lang="zh-CN" altLang="en-US" sz="2000" b="1" kern="1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pPr marL="0" lvl="0" latinLnBrk="0">
              <a:spcBef>
                <a:spcPct val="0"/>
              </a:spcBef>
            </a:pPr>
            <a:r>
              <a:rPr lang="zh-CN" altLang="en-US" dirty="0"/>
              <a:t>关键举措</a:t>
            </a:r>
          </a:p>
        </p:txBody>
      </p:sp>
      <p:sp>
        <p:nvSpPr>
          <p:cNvPr id="11" name="文本占位符 31"/>
          <p:cNvSpPr>
            <a:spLocks noGrp="1"/>
          </p:cNvSpPr>
          <p:nvPr>
            <p:ph type="body" sz="quarter" idx="24" hasCustomPrompt="1"/>
          </p:nvPr>
        </p:nvSpPr>
        <p:spPr>
          <a:xfrm>
            <a:off x="2347891" y="4787628"/>
            <a:ext cx="648000" cy="547200"/>
          </a:xfrm>
          <a:prstGeom prst="rect">
            <a:avLst/>
          </a:prstGeom>
          <a:solidFill>
            <a:srgbClr val="D5D5D5"/>
          </a:solidFill>
          <a:ln>
            <a:noFill/>
          </a:ln>
        </p:spPr>
        <p:txBody>
          <a:bodyPr vert="horz" lIns="91440" tIns="45720" rIns="91440" bIns="45720" rtlCol="0" anchor="ctr">
            <a:normAutofit/>
          </a:bodyPr>
          <a:lstStyle>
            <a:lvl1pPr marL="0" indent="0" algn="ctr">
              <a:buNone/>
              <a:defRPr lang="zh-CN" altLang="en-US" sz="2000" b="1" kern="1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pPr marL="0" lvl="0" latinLnBrk="0">
              <a:spcBef>
                <a:spcPct val="0"/>
              </a:spcBef>
            </a:pPr>
            <a:r>
              <a:rPr lang="zh-CN" altLang="en-US" dirty="0"/>
              <a:t>五</a:t>
            </a:r>
          </a:p>
        </p:txBody>
      </p:sp>
      <p:sp>
        <p:nvSpPr>
          <p:cNvPr id="12" name="文本占位符 31"/>
          <p:cNvSpPr>
            <a:spLocks noGrp="1"/>
          </p:cNvSpPr>
          <p:nvPr>
            <p:ph type="body" sz="quarter" idx="25" hasCustomPrompt="1"/>
          </p:nvPr>
        </p:nvSpPr>
        <p:spPr>
          <a:xfrm>
            <a:off x="3047780" y="4787628"/>
            <a:ext cx="6487200" cy="547200"/>
          </a:xfrm>
          <a:prstGeom prst="rect">
            <a:avLst/>
          </a:prstGeom>
          <a:solidFill>
            <a:srgbClr val="D5D5D5"/>
          </a:solidFill>
        </p:spPr>
        <p:txBody>
          <a:bodyPr vert="horz" lIns="91440" tIns="45720" rIns="91440" bIns="45720" rtlCol="0" anchor="ctr">
            <a:normAutofit/>
          </a:bodyPr>
          <a:lstStyle>
            <a:lvl1pPr marL="0" indent="132080" latinLnBrk="0">
              <a:spcBef>
                <a:spcPct val="0"/>
              </a:spcBef>
              <a:buNone/>
              <a:defRPr lang="zh-CN" altLang="en-US" sz="2000" b="1" kern="1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pPr marL="0" lvl="0" latinLnBrk="0">
              <a:spcBef>
                <a:spcPct val="0"/>
              </a:spcBef>
            </a:pPr>
            <a:r>
              <a:rPr lang="zh-CN" altLang="en-US" dirty="0"/>
              <a:t>保障措施</a:t>
            </a:r>
          </a:p>
        </p:txBody>
      </p:sp>
      <p:sp>
        <p:nvSpPr>
          <p:cNvPr id="6" name="文本框 5"/>
          <p:cNvSpPr txBox="1"/>
          <p:nvPr userDrawn="1"/>
        </p:nvSpPr>
        <p:spPr>
          <a:xfrm>
            <a:off x="421742" y="356416"/>
            <a:ext cx="3353553" cy="464232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lstStyle/>
          <a:p>
            <a:pPr marL="0" algn="l" defTabSz="844550" rtl="0" eaLnBrk="1" fontAlgn="base" latinLnBrk="0" hangingPunct="1"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 kern="1200" dirty="0">
                <a:solidFill>
                  <a:srgbClr val="152A8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目录</a:t>
            </a: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7860" y="990187"/>
            <a:ext cx="10947715" cy="5472231"/>
          </a:xfrm>
          <a:prstGeom prst="rect">
            <a:avLst/>
          </a:prstGeom>
        </p:spPr>
        <p:txBody>
          <a:bodyPr lIns="81750" tIns="40874" rIns="81750" bIns="40874"/>
          <a:lstStyle>
            <a:lvl1pPr>
              <a:defRPr>
                <a:solidFill>
                  <a:srgbClr val="102A8D"/>
                </a:solidFill>
              </a:defRPr>
            </a:lvl1pPr>
            <a:lvl2pPr>
              <a:defRPr>
                <a:solidFill>
                  <a:srgbClr val="102A8D"/>
                </a:solidFill>
              </a:defRPr>
            </a:lvl2pPr>
            <a:lvl3pPr>
              <a:defRPr>
                <a:solidFill>
                  <a:srgbClr val="102A8D"/>
                </a:solidFill>
              </a:defRPr>
            </a:lvl3pPr>
            <a:lvl4pPr>
              <a:defRPr>
                <a:solidFill>
                  <a:srgbClr val="102A8D"/>
                </a:solidFill>
              </a:defRPr>
            </a:lvl4pPr>
            <a:lvl5pPr>
              <a:defRPr>
                <a:solidFill>
                  <a:srgbClr val="102A8D"/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477860" y="212368"/>
            <a:ext cx="9850832" cy="548571"/>
          </a:xfrm>
          <a:prstGeom prst="rect">
            <a:avLst/>
          </a:prstGeom>
        </p:spPr>
        <p:txBody>
          <a:bodyPr lIns="81750" tIns="40874" rIns="81750" bIns="40874"/>
          <a:lstStyle>
            <a:lvl1pPr>
              <a:defRPr sz="2300">
                <a:solidFill>
                  <a:srgbClr val="112D98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单击此处添加二级目录标题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4" descr="C:\Documents and Settings\Administrator\桌面\2.png"/>
          <p:cNvPicPr preferRelativeResize="0">
            <a:picLocks noChangeArrowheads="1"/>
          </p:cNvPicPr>
          <p:nvPr userDrawn="1"/>
        </p:nvPicPr>
        <p:blipFill>
          <a:blip r:embed="rId2" cstate="email"/>
          <a:srcRect/>
          <a:stretch>
            <a:fillRect/>
          </a:stretch>
        </p:blipFill>
        <p:spPr bwMode="auto">
          <a:xfrm>
            <a:off x="12700" y="620713"/>
            <a:ext cx="12192000" cy="365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标题 8"/>
          <p:cNvSpPr>
            <a:spLocks noGrp="1"/>
          </p:cNvSpPr>
          <p:nvPr>
            <p:ph type="title"/>
          </p:nvPr>
        </p:nvSpPr>
        <p:spPr>
          <a:xfrm>
            <a:off x="143935" y="-1"/>
            <a:ext cx="10776602" cy="620713"/>
          </a:xfrm>
          <a:prstGeom prst="rect">
            <a:avLst/>
          </a:prstGeom>
        </p:spPr>
        <p:txBody>
          <a:bodyPr lIns="90134" tIns="45067" rIns="90134" bIns="45067" anchor="ctr"/>
          <a:lstStyle>
            <a:lvl1pPr algn="l" rtl="0" fontAlgn="base">
              <a:spcBef>
                <a:spcPct val="0"/>
              </a:spcBef>
              <a:spcAft>
                <a:spcPct val="0"/>
              </a:spcAft>
              <a:defRPr lang="zh-CN" altLang="en-US" sz="2800" b="1" kern="1200" dirty="0">
                <a:solidFill>
                  <a:srgbClr val="1F497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5" name="内容占位符 10"/>
          <p:cNvSpPr>
            <a:spLocks noGrp="1"/>
          </p:cNvSpPr>
          <p:nvPr>
            <p:ph sz="quarter" idx="10"/>
          </p:nvPr>
        </p:nvSpPr>
        <p:spPr>
          <a:xfrm>
            <a:off x="622299" y="690562"/>
            <a:ext cx="10298237" cy="481013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400" b="1">
                <a:solidFill>
                  <a:srgbClr val="00487E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0850" indent="0">
              <a:buNone/>
              <a:defRPr sz="2000"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901700" indent="0">
              <a:buNone/>
              <a:defRPr sz="1800"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352550" indent="0">
              <a:buNone/>
              <a:defRPr sz="1600"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1803400" indent="0">
              <a:buNone/>
              <a:defRPr sz="1600"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正文模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标题 8"/>
          <p:cNvSpPr>
            <a:spLocks noGrp="1"/>
          </p:cNvSpPr>
          <p:nvPr>
            <p:ph type="title"/>
          </p:nvPr>
        </p:nvSpPr>
        <p:spPr>
          <a:xfrm>
            <a:off x="143934" y="-1"/>
            <a:ext cx="11568607" cy="620713"/>
          </a:xfrm>
          <a:prstGeom prst="rect">
            <a:avLst/>
          </a:prstGeom>
        </p:spPr>
        <p:txBody>
          <a:bodyPr lIns="90134" tIns="45067" rIns="90134" bIns="45067" anchor="ctr"/>
          <a:lstStyle>
            <a:lvl1pPr algn="l" rtl="0" fontAlgn="base">
              <a:spcBef>
                <a:spcPct val="0"/>
              </a:spcBef>
              <a:spcAft>
                <a:spcPct val="0"/>
              </a:spcAft>
              <a:defRPr lang="zh-CN" altLang="en-US" sz="2800" b="1" kern="1200" dirty="0">
                <a:solidFill>
                  <a:srgbClr val="1F497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11" name="内容占位符 10"/>
          <p:cNvSpPr>
            <a:spLocks noGrp="1"/>
          </p:cNvSpPr>
          <p:nvPr>
            <p:ph sz="quarter" idx="10"/>
          </p:nvPr>
        </p:nvSpPr>
        <p:spPr>
          <a:xfrm>
            <a:off x="622299" y="690562"/>
            <a:ext cx="10946308" cy="481013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400" b="1">
                <a:solidFill>
                  <a:srgbClr val="00487E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0850" indent="0">
              <a:buNone/>
              <a:defRPr sz="2000"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901700" indent="0">
              <a:buNone/>
              <a:defRPr sz="1800"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352550" indent="0">
              <a:buNone/>
              <a:defRPr sz="1600"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1803400" indent="0">
              <a:buNone/>
              <a:defRPr sz="1600"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pic>
        <p:nvPicPr>
          <p:cNvPr id="12" name="Picture 4" descr="C:\Documents and Settings\Administrator\桌面\2.png"/>
          <p:cNvPicPr preferRelativeResize="0">
            <a:picLocks noChangeArrowheads="1"/>
          </p:cNvPicPr>
          <p:nvPr userDrawn="1"/>
        </p:nvPicPr>
        <p:blipFill>
          <a:blip r:embed="rId2" cstate="email"/>
          <a:srcRect/>
          <a:stretch>
            <a:fillRect/>
          </a:stretch>
        </p:blipFill>
        <p:spPr bwMode="auto">
          <a:xfrm>
            <a:off x="12700" y="620713"/>
            <a:ext cx="12192000" cy="365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目录版式二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同侧圆角矩形 3"/>
          <p:cNvSpPr/>
          <p:nvPr userDrawn="1"/>
        </p:nvSpPr>
        <p:spPr>
          <a:xfrm rot="10800000">
            <a:off x="0" y="6942143"/>
            <a:ext cx="12192000" cy="614361"/>
          </a:xfrm>
          <a:prstGeom prst="round2SameRect">
            <a:avLst>
              <a:gd name="adj1" fmla="val 21050"/>
              <a:gd name="adj2" fmla="val 0"/>
            </a:avLst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886" tIns="36443" rIns="72886" bIns="36443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5" name="矩形 4"/>
          <p:cNvSpPr/>
          <p:nvPr userDrawn="1"/>
        </p:nvSpPr>
        <p:spPr>
          <a:xfrm>
            <a:off x="5903384" y="7004052"/>
            <a:ext cx="1864783" cy="468311"/>
          </a:xfrm>
          <a:prstGeom prst="rect">
            <a:avLst/>
          </a:prstGeom>
          <a:solidFill>
            <a:srgbClr val="003B9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695" tIns="28695" rIns="28695" bIns="28695" anchor="ctr"/>
          <a:lstStyle/>
          <a:p>
            <a:pPr marL="0" marR="0" lvl="0" indent="0" algn="ctr" defTabSz="457200" rtl="0" eaLnBrk="1" fontAlgn="auto" latinLnBrk="0" hangingPunct="1">
              <a:lnSpc>
                <a:spcPts val="127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3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一汽蓝</a:t>
            </a:r>
            <a:endParaRPr kumimoji="0" lang="en-US" altLang="zh-CN" sz="13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ts val="127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0/59/144</a:t>
            </a:r>
            <a:endParaRPr kumimoji="0" lang="zh-CN" altLang="en-US" sz="1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" name="矩形 5"/>
          <p:cNvSpPr/>
          <p:nvPr userDrawn="1"/>
        </p:nvSpPr>
        <p:spPr>
          <a:xfrm>
            <a:off x="7920569" y="7004052"/>
            <a:ext cx="1864784" cy="468311"/>
          </a:xfrm>
          <a:prstGeom prst="rect">
            <a:avLst/>
          </a:prstGeom>
          <a:solidFill>
            <a:srgbClr val="A7A9A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695" tIns="28695" rIns="28695" bIns="28695" anchor="ctr"/>
          <a:lstStyle/>
          <a:p>
            <a:pPr marL="0" marR="0" lvl="0" indent="0" algn="ctr" defTabSz="457200" rtl="0" eaLnBrk="1" fontAlgn="auto" latinLnBrk="0" hangingPunct="1">
              <a:lnSpc>
                <a:spcPts val="127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3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一汽灰</a:t>
            </a:r>
            <a:endParaRPr kumimoji="0" lang="en-US" altLang="zh-CN" sz="13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ts val="127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167/169/172</a:t>
            </a:r>
            <a:endParaRPr kumimoji="0" lang="zh-CN" altLang="en-US" sz="1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8" name="矩形 7"/>
          <p:cNvSpPr/>
          <p:nvPr userDrawn="1"/>
        </p:nvSpPr>
        <p:spPr>
          <a:xfrm>
            <a:off x="378890" y="6964366"/>
            <a:ext cx="5962648" cy="53975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695" tIns="28695" rIns="28695" bIns="28695" anchor="ctr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PPT</a:t>
            </a: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标准提示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——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字体：</a:t>
            </a:r>
            <a:r>
              <a:rPr kumimoji="0" lang="zh-CN" alt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微软雅黑     </a:t>
            </a:r>
            <a:r>
              <a:rPr kumimoji="0" lang="zh-CN" alt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颜色：</a:t>
            </a:r>
            <a:r>
              <a:rPr kumimoji="0" lang="zh-CN" alt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优先用右侧颜色</a:t>
            </a:r>
          </a:p>
        </p:txBody>
      </p:sp>
      <p:sp>
        <p:nvSpPr>
          <p:cNvPr id="10" name="矩形 9"/>
          <p:cNvSpPr/>
          <p:nvPr userDrawn="1"/>
        </p:nvSpPr>
        <p:spPr>
          <a:xfrm>
            <a:off x="9935635" y="7004052"/>
            <a:ext cx="1864784" cy="468311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695" tIns="28695" rIns="28695" bIns="28695" anchor="ctr"/>
          <a:lstStyle/>
          <a:p>
            <a:pPr marL="0" marR="0" lvl="0" indent="0" algn="ctr" defTabSz="457200" rtl="0" eaLnBrk="1" fontAlgn="auto" latinLnBrk="0" hangingPunct="1">
              <a:lnSpc>
                <a:spcPts val="127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3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标准红</a:t>
            </a:r>
            <a:endParaRPr kumimoji="0" lang="en-US" altLang="zh-CN" sz="13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ts val="127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192/0/0</a:t>
            </a:r>
            <a:endParaRPr kumimoji="0" lang="zh-CN" altLang="en-US" sz="1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" name="矩形 1"/>
          <p:cNvSpPr/>
          <p:nvPr userDrawn="1"/>
        </p:nvSpPr>
        <p:spPr>
          <a:xfrm>
            <a:off x="10632504" y="0"/>
            <a:ext cx="1559496" cy="61436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>
          <a:blip r:embed="rId3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28248" y="4437112"/>
            <a:ext cx="3723870" cy="1728192"/>
          </a:xfrm>
          <a:prstGeom prst="rect">
            <a:avLst/>
          </a:prstGeom>
        </p:spPr>
      </p:pic>
      <p:sp>
        <p:nvSpPr>
          <p:cNvPr id="11" name="文本占位符 6"/>
          <p:cNvSpPr>
            <a:spLocks noGrp="1"/>
          </p:cNvSpPr>
          <p:nvPr>
            <p:ph type="body" sz="quarter" idx="12"/>
          </p:nvPr>
        </p:nvSpPr>
        <p:spPr>
          <a:xfrm>
            <a:off x="346208" y="35457"/>
            <a:ext cx="9589427" cy="559059"/>
          </a:xfrm>
          <a:prstGeom prst="rect">
            <a:avLst/>
          </a:prstGeom>
        </p:spPr>
        <p:txBody>
          <a:bodyPr lIns="0" tIns="36443" rIns="0" bIns="36443" anchor="ctr" anchorCtr="0"/>
          <a:lstStyle>
            <a:lvl1pPr marL="0" indent="0">
              <a:buNone/>
              <a:defRPr sz="2800" b="1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020内页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文本占位符 6"/>
          <p:cNvSpPr>
            <a:spLocks noGrp="1"/>
          </p:cNvSpPr>
          <p:nvPr>
            <p:ph type="body" sz="quarter" idx="11"/>
          </p:nvPr>
        </p:nvSpPr>
        <p:spPr>
          <a:xfrm>
            <a:off x="791081" y="968214"/>
            <a:ext cx="10561503" cy="5197089"/>
          </a:xfrm>
          <a:prstGeom prst="rect">
            <a:avLst/>
          </a:prstGeom>
        </p:spPr>
        <p:txBody>
          <a:bodyPr lIns="72886" tIns="36443" rIns="72886" bIns="36443"/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200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19" name="文本占位符 6"/>
          <p:cNvSpPr>
            <a:spLocks noGrp="1"/>
          </p:cNvSpPr>
          <p:nvPr>
            <p:ph type="body" sz="quarter" idx="12"/>
          </p:nvPr>
        </p:nvSpPr>
        <p:spPr>
          <a:xfrm>
            <a:off x="791081" y="260648"/>
            <a:ext cx="10561503" cy="559059"/>
          </a:xfrm>
          <a:prstGeom prst="rect">
            <a:avLst/>
          </a:prstGeom>
        </p:spPr>
        <p:txBody>
          <a:bodyPr lIns="72886" tIns="36443" rIns="72886" bIns="36443" anchor="ctr" anchorCtr="0"/>
          <a:lstStyle>
            <a:lvl1pPr marL="0" indent="0">
              <a:buNone/>
              <a:defRPr sz="2800" b="1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20" name="灯片编号占位符 5"/>
          <p:cNvSpPr>
            <a:spLocks noGrp="1"/>
          </p:cNvSpPr>
          <p:nvPr>
            <p:ph type="sldNum" sz="quarter" idx="13"/>
          </p:nvPr>
        </p:nvSpPr>
        <p:spPr>
          <a:xfrm>
            <a:off x="10415264" y="6356350"/>
            <a:ext cx="937320" cy="365125"/>
          </a:xfrm>
          <a:prstGeom prst="rect">
            <a:avLst/>
          </a:prstGeom>
        </p:spPr>
        <p:txBody>
          <a:bodyPr/>
          <a:lstStyle>
            <a:lvl1pPr algn="r">
              <a:defRPr sz="12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fld id="{875BDE2C-B28D-43D3-A85B-8175BF470FFE}" type="slidenum">
              <a:rPr lang="zh-CN" altLang="en-US" smtClean="0"/>
              <a:t>‹#›</a:t>
            </a:fld>
            <a:endParaRPr lang="zh-CN" altLang="en-US" dirty="0"/>
          </a:p>
        </p:txBody>
      </p:sp>
      <p:sp>
        <p:nvSpPr>
          <p:cNvPr id="2" name="同侧圆角矩形 3"/>
          <p:cNvSpPr/>
          <p:nvPr userDrawn="1"/>
        </p:nvSpPr>
        <p:spPr>
          <a:xfrm rot="10800000">
            <a:off x="0" y="6942143"/>
            <a:ext cx="12192000" cy="614361"/>
          </a:xfrm>
          <a:prstGeom prst="round2SameRect">
            <a:avLst>
              <a:gd name="adj1" fmla="val 21050"/>
              <a:gd name="adj2" fmla="val 0"/>
            </a:avLst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886" tIns="36443" rIns="72886" bIns="36443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3" name="矩形 2"/>
          <p:cNvSpPr/>
          <p:nvPr userDrawn="1"/>
        </p:nvSpPr>
        <p:spPr>
          <a:xfrm>
            <a:off x="5903384" y="7004052"/>
            <a:ext cx="1864783" cy="468311"/>
          </a:xfrm>
          <a:prstGeom prst="rect">
            <a:avLst/>
          </a:prstGeom>
          <a:solidFill>
            <a:srgbClr val="003B9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695" tIns="28695" rIns="28695" bIns="28695" anchor="ctr"/>
          <a:lstStyle/>
          <a:p>
            <a:pPr algn="ctr" fontAlgn="auto">
              <a:lnSpc>
                <a:spcPts val="1275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3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一汽蓝</a:t>
            </a:r>
            <a:endParaRPr lang="en-US" altLang="zh-CN" sz="13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 fontAlgn="auto">
              <a:lnSpc>
                <a:spcPts val="1275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1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0/59/144</a:t>
            </a:r>
            <a:endParaRPr lang="zh-CN" altLang="en-US" sz="11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矩形 3"/>
          <p:cNvSpPr/>
          <p:nvPr userDrawn="1"/>
        </p:nvSpPr>
        <p:spPr>
          <a:xfrm>
            <a:off x="7920569" y="7004052"/>
            <a:ext cx="1864784" cy="468311"/>
          </a:xfrm>
          <a:prstGeom prst="rect">
            <a:avLst/>
          </a:prstGeom>
          <a:solidFill>
            <a:srgbClr val="A7A9A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695" tIns="28695" rIns="28695" bIns="28695" anchor="ctr"/>
          <a:lstStyle/>
          <a:p>
            <a:pPr algn="ctr" fontAlgn="auto">
              <a:lnSpc>
                <a:spcPts val="1275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3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一汽灰</a:t>
            </a:r>
            <a:endParaRPr lang="en-US" altLang="zh-CN" sz="13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 fontAlgn="auto">
              <a:lnSpc>
                <a:spcPts val="1275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1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167/169/172</a:t>
            </a:r>
            <a:endParaRPr lang="zh-CN" altLang="en-US" sz="11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矩形 4"/>
          <p:cNvSpPr/>
          <p:nvPr userDrawn="1"/>
        </p:nvSpPr>
        <p:spPr>
          <a:xfrm>
            <a:off x="1991544" y="6964366"/>
            <a:ext cx="4349994" cy="53975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695" tIns="28695" rIns="28695" bIns="28695"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PPT</a:t>
            </a:r>
            <a:r>
              <a:rPr lang="zh-CN" altLang="en-US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标准提示</a:t>
            </a:r>
            <a:r>
              <a:rPr lang="en-US" altLang="zh-CN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——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3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字体：</a:t>
            </a:r>
            <a:r>
              <a:rPr lang="zh-CN" altLang="en-US" sz="13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微软雅黑     </a:t>
            </a:r>
            <a:r>
              <a:rPr lang="zh-CN" altLang="en-US" sz="13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颜色：</a:t>
            </a:r>
            <a:r>
              <a:rPr lang="zh-CN" altLang="en-US" sz="13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优先用右侧颜色</a:t>
            </a:r>
          </a:p>
        </p:txBody>
      </p:sp>
      <p:sp>
        <p:nvSpPr>
          <p:cNvPr id="7" name="矩形 6"/>
          <p:cNvSpPr/>
          <p:nvPr userDrawn="1"/>
        </p:nvSpPr>
        <p:spPr>
          <a:xfrm>
            <a:off x="9935635" y="7004052"/>
            <a:ext cx="1864784" cy="468311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695" tIns="28695" rIns="28695" bIns="28695" anchor="ctr"/>
          <a:lstStyle/>
          <a:p>
            <a:pPr algn="ctr" fontAlgn="auto">
              <a:lnSpc>
                <a:spcPts val="1275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3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标准红</a:t>
            </a:r>
            <a:endParaRPr lang="en-US" altLang="zh-CN" sz="13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 fontAlgn="auto">
              <a:lnSpc>
                <a:spcPts val="1275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1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192/0/0</a:t>
            </a:r>
            <a:endParaRPr lang="zh-CN" altLang="en-US" sz="11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" name="矩形 14"/>
          <p:cNvSpPr/>
          <p:nvPr userDrawn="1"/>
        </p:nvSpPr>
        <p:spPr>
          <a:xfrm>
            <a:off x="231650" y="6964366"/>
            <a:ext cx="1607492" cy="53975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695" tIns="28695" rIns="28695" bIns="28695"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28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正文页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023解放封面页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ctrTitle" hasCustomPrompt="1"/>
          </p:nvPr>
        </p:nvSpPr>
        <p:spPr>
          <a:xfrm>
            <a:off x="0" y="2564904"/>
            <a:ext cx="12192000" cy="1775292"/>
          </a:xfrm>
          <a:prstGeom prst="rect">
            <a:avLst/>
          </a:prstGeom>
        </p:spPr>
        <p:txBody>
          <a:bodyPr anchor="ctr" anchorCtr="0"/>
          <a:lstStyle>
            <a:lvl1pPr algn="ctr">
              <a:lnSpc>
                <a:spcPct val="100000"/>
              </a:lnSpc>
              <a:defRPr sz="5400" b="1">
                <a:solidFill>
                  <a:srgbClr val="152A8C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标题</a:t>
            </a:r>
            <a:endParaRPr lang="en-US" dirty="0"/>
          </a:p>
        </p:txBody>
      </p:sp>
      <p:sp>
        <p:nvSpPr>
          <p:cNvPr id="9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1143000" y="4476097"/>
            <a:ext cx="9921552" cy="1655762"/>
          </a:xfrm>
          <a:prstGeom prst="rect">
            <a:avLst/>
          </a:prstGeom>
        </p:spPr>
        <p:txBody>
          <a:bodyPr anchor="ctr" anchorCtr="0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400" b="1">
                <a:solidFill>
                  <a:srgbClr val="152A8C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副标题</a:t>
            </a:r>
            <a:endParaRPr lang="en-US" altLang="zh-CN" dirty="0"/>
          </a:p>
          <a:p>
            <a:endParaRPr lang="zh-CN" altLang="en-US" dirty="0"/>
          </a:p>
        </p:txBody>
      </p:sp>
      <p:grpSp>
        <p:nvGrpSpPr>
          <p:cNvPr id="2" name="组合 1"/>
          <p:cNvGrpSpPr/>
          <p:nvPr userDrawn="1"/>
        </p:nvGrpSpPr>
        <p:grpSpPr>
          <a:xfrm>
            <a:off x="0" y="6942142"/>
            <a:ext cx="12192000" cy="614361"/>
            <a:chOff x="0" y="6942142"/>
            <a:chExt cx="12192000" cy="614361"/>
          </a:xfrm>
        </p:grpSpPr>
        <p:sp>
          <p:nvSpPr>
            <p:cNvPr id="6" name="同侧圆角矩形 3"/>
            <p:cNvSpPr/>
            <p:nvPr userDrawn="1"/>
          </p:nvSpPr>
          <p:spPr>
            <a:xfrm rot="10800000">
              <a:off x="0" y="6942142"/>
              <a:ext cx="12192000" cy="614361"/>
            </a:xfrm>
            <a:prstGeom prst="round2SameRect">
              <a:avLst>
                <a:gd name="adj1" fmla="val 21050"/>
                <a:gd name="adj2" fmla="val 0"/>
              </a:avLst>
            </a:prstGeom>
            <a:solidFill>
              <a:schemeClr val="bg1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886" tIns="36443" rIns="72886" bIns="36443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7" name="矩形 6"/>
            <p:cNvSpPr/>
            <p:nvPr userDrawn="1"/>
          </p:nvSpPr>
          <p:spPr>
            <a:xfrm>
              <a:off x="5903385" y="7004052"/>
              <a:ext cx="1512000" cy="4683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8695" tIns="28695" rIns="28695" bIns="28695" anchor="ctr"/>
            <a:lstStyle/>
            <a:p>
              <a:pPr marL="0" marR="0" lvl="0" indent="0" algn="ctr" defTabSz="457200" rtl="0" eaLnBrk="1" fontAlgn="auto" latinLnBrk="0" hangingPunct="1">
                <a:lnSpc>
                  <a:spcPts val="1275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3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解放蓝</a:t>
              </a:r>
              <a:endParaRPr kumimoji="0" lang="en-US" altLang="zh-CN" sz="13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  <a:p>
              <a:pPr marL="0" marR="0" lvl="0" indent="0" algn="ctr" defTabSz="457200" rtl="0" eaLnBrk="1" fontAlgn="auto" latinLnBrk="0" hangingPunct="1">
                <a:lnSpc>
                  <a:spcPts val="1275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1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21/42/140</a:t>
              </a:r>
              <a:endParaRPr kumimoji="0" lang="zh-CN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10" name="矩形 9"/>
            <p:cNvSpPr/>
            <p:nvPr userDrawn="1"/>
          </p:nvSpPr>
          <p:spPr>
            <a:xfrm>
              <a:off x="7431809" y="7004052"/>
              <a:ext cx="1512000" cy="4683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8695" tIns="28695" rIns="28695" bIns="28695" anchor="ctr"/>
            <a:lstStyle/>
            <a:p>
              <a:pPr marL="0" marR="0" lvl="0" indent="0" algn="ctr" defTabSz="457200" rtl="0" eaLnBrk="1" fontAlgn="auto" latinLnBrk="0" hangingPunct="1">
                <a:lnSpc>
                  <a:spcPts val="1275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3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辅助蓝</a:t>
              </a:r>
              <a:endParaRPr kumimoji="0" lang="en-US" altLang="zh-CN" sz="13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  <a:p>
              <a:pPr marL="0" marR="0" lvl="0" indent="0" algn="ctr" defTabSz="457200" rtl="0" eaLnBrk="1" fontAlgn="auto" latinLnBrk="0" hangingPunct="1">
                <a:lnSpc>
                  <a:spcPts val="1275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1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  <a:sym typeface="+mn-ea"/>
                </a:rPr>
                <a:t>39/150/212</a:t>
              </a:r>
              <a:endParaRPr kumimoji="0" lang="zh-CN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11" name="矩形 10"/>
            <p:cNvSpPr/>
            <p:nvPr userDrawn="1"/>
          </p:nvSpPr>
          <p:spPr>
            <a:xfrm>
              <a:off x="2406647" y="6964366"/>
              <a:ext cx="3344336" cy="539751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8695" tIns="28695" rIns="28695" bIns="28695" anchor="ctr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PPT</a:t>
              </a:r>
              <a:r>
                <a:rPr kumimoji="0" lang="zh-CN" alt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标准提示</a:t>
              </a:r>
              <a:r>
                <a:rPr kumimoji="0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——</a:t>
              </a:r>
            </a:p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3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字体：</a:t>
              </a:r>
              <a:r>
                <a:rPr kumimoji="0" lang="zh-CN" altLang="en-US" sz="13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微软雅黑     </a:t>
              </a:r>
              <a:r>
                <a:rPr kumimoji="0" lang="zh-CN" altLang="en-US" sz="13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颜色：</a:t>
              </a:r>
              <a:r>
                <a:rPr kumimoji="0" lang="zh-CN" altLang="en-US" sz="13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优先用右侧颜色</a:t>
              </a:r>
            </a:p>
          </p:txBody>
        </p:sp>
        <p:sp>
          <p:nvSpPr>
            <p:cNvPr id="12" name="矩形 11"/>
            <p:cNvSpPr/>
            <p:nvPr userDrawn="1"/>
          </p:nvSpPr>
          <p:spPr>
            <a:xfrm>
              <a:off x="10488656" y="7004052"/>
              <a:ext cx="1512000" cy="4683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8695" tIns="28695" rIns="28695" bIns="28695" anchor="ctr"/>
            <a:lstStyle/>
            <a:p>
              <a:pPr marL="0" marR="0" lvl="0" indent="0" algn="ctr" defTabSz="457200" rtl="0" eaLnBrk="1" fontAlgn="auto" latinLnBrk="0" hangingPunct="1">
                <a:lnSpc>
                  <a:spcPts val="1275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3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辅助红</a:t>
              </a:r>
              <a:endParaRPr kumimoji="0" lang="en-US" altLang="zh-CN" sz="13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  <a:p>
              <a:pPr marL="0" marR="0" lvl="0" indent="0" algn="ctr" defTabSz="457200" rtl="0" eaLnBrk="1" fontAlgn="auto" latinLnBrk="0" hangingPunct="1">
                <a:lnSpc>
                  <a:spcPts val="1275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1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177/0/17</a:t>
              </a:r>
              <a:endParaRPr kumimoji="0" lang="zh-CN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13" name="矩形 12"/>
            <p:cNvSpPr/>
            <p:nvPr userDrawn="1"/>
          </p:nvSpPr>
          <p:spPr>
            <a:xfrm>
              <a:off x="231649" y="6964366"/>
              <a:ext cx="2077637" cy="539751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8695" tIns="28695" rIns="28695" bIns="28695" anchor="ctr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8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2023</a:t>
              </a:r>
              <a:r>
                <a:rPr kumimoji="0" lang="zh-CN" altLang="en-US" sz="28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封面页</a:t>
              </a:r>
            </a:p>
          </p:txBody>
        </p:sp>
        <p:sp>
          <p:nvSpPr>
            <p:cNvPr id="15" name="矩形 14"/>
            <p:cNvSpPr/>
            <p:nvPr userDrawn="1"/>
          </p:nvSpPr>
          <p:spPr>
            <a:xfrm>
              <a:off x="8960233" y="7004052"/>
              <a:ext cx="1512000" cy="468311"/>
            </a:xfrm>
            <a:prstGeom prst="rect">
              <a:avLst/>
            </a:prstGeom>
            <a:solidFill>
              <a:srgbClr val="A7A9A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8695" tIns="28695" rIns="28695" bIns="28695" anchor="ctr"/>
            <a:lstStyle/>
            <a:p>
              <a:pPr marL="0" marR="0" lvl="0" indent="0" algn="ctr" defTabSz="457200" rtl="0" eaLnBrk="1" fontAlgn="auto" latinLnBrk="0" hangingPunct="1">
                <a:lnSpc>
                  <a:spcPts val="1275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3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辅助灰</a:t>
              </a:r>
              <a:endParaRPr kumimoji="0" lang="en-US" altLang="zh-CN" sz="13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  <a:p>
              <a:pPr marL="0" marR="0" lvl="0" indent="0" algn="ctr" defTabSz="457200" rtl="0" eaLnBrk="1" fontAlgn="auto" latinLnBrk="0" hangingPunct="1">
                <a:lnSpc>
                  <a:spcPts val="1275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1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  <a:sym typeface="+mn-ea"/>
                </a:rPr>
                <a:t>167/169/172</a:t>
              </a:r>
              <a:endParaRPr kumimoji="0" lang="zh-CN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</p:grpSp>
      <p:pic>
        <p:nvPicPr>
          <p:cNvPr id="5" name="图片 4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4765" y="-14605"/>
            <a:ext cx="12230735" cy="1291590"/>
          </a:xfrm>
          <a:prstGeom prst="rect">
            <a:avLst/>
          </a:prstGeom>
        </p:spPr>
      </p:pic>
      <p:pic>
        <p:nvPicPr>
          <p:cNvPr id="16" name="图形 39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82897" y="327314"/>
            <a:ext cx="2881252" cy="6372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023解放目录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同侧圆角矩形 3"/>
          <p:cNvSpPr/>
          <p:nvPr userDrawn="1"/>
        </p:nvSpPr>
        <p:spPr>
          <a:xfrm rot="10800000">
            <a:off x="0" y="6942143"/>
            <a:ext cx="12192000" cy="614361"/>
          </a:xfrm>
          <a:prstGeom prst="round2SameRect">
            <a:avLst>
              <a:gd name="adj1" fmla="val 21050"/>
              <a:gd name="adj2" fmla="val 0"/>
            </a:avLst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886" tIns="36443" rIns="72886" bIns="36443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grpSp>
        <p:nvGrpSpPr>
          <p:cNvPr id="18" name="组合 17"/>
          <p:cNvGrpSpPr/>
          <p:nvPr userDrawn="1"/>
        </p:nvGrpSpPr>
        <p:grpSpPr>
          <a:xfrm>
            <a:off x="0" y="6942143"/>
            <a:ext cx="12192000" cy="614361"/>
            <a:chOff x="0" y="6942143"/>
            <a:chExt cx="12192000" cy="614361"/>
          </a:xfrm>
        </p:grpSpPr>
        <p:sp>
          <p:nvSpPr>
            <p:cNvPr id="19" name="同侧圆角矩形 3"/>
            <p:cNvSpPr/>
            <p:nvPr userDrawn="1"/>
          </p:nvSpPr>
          <p:spPr>
            <a:xfrm rot="10800000">
              <a:off x="0" y="6942143"/>
              <a:ext cx="12192000" cy="614361"/>
            </a:xfrm>
            <a:prstGeom prst="round2SameRect">
              <a:avLst>
                <a:gd name="adj1" fmla="val 21050"/>
                <a:gd name="adj2" fmla="val 0"/>
              </a:avLst>
            </a:prstGeom>
            <a:solidFill>
              <a:schemeClr val="bg1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886" tIns="36443" rIns="72886" bIns="36443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20" name="矩形 19"/>
            <p:cNvSpPr/>
            <p:nvPr userDrawn="1"/>
          </p:nvSpPr>
          <p:spPr>
            <a:xfrm>
              <a:off x="2406647" y="6964366"/>
              <a:ext cx="3344336" cy="539751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8695" tIns="28695" rIns="28695" bIns="28695" anchor="ctr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PPT</a:t>
              </a:r>
              <a:r>
                <a:rPr kumimoji="0" lang="zh-CN" alt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标准提示</a:t>
              </a:r>
              <a:r>
                <a:rPr kumimoji="0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——</a:t>
              </a:r>
            </a:p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3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字体：</a:t>
              </a:r>
              <a:r>
                <a:rPr kumimoji="0" lang="zh-CN" altLang="en-US" sz="13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微软雅黑     </a:t>
              </a:r>
              <a:r>
                <a:rPr kumimoji="0" lang="zh-CN" altLang="en-US" sz="13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颜色：</a:t>
              </a:r>
              <a:r>
                <a:rPr kumimoji="0" lang="zh-CN" altLang="en-US" sz="13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优先用右侧颜色</a:t>
              </a:r>
            </a:p>
          </p:txBody>
        </p:sp>
        <p:sp>
          <p:nvSpPr>
            <p:cNvPr id="21" name="矩形 20"/>
            <p:cNvSpPr/>
            <p:nvPr userDrawn="1"/>
          </p:nvSpPr>
          <p:spPr>
            <a:xfrm>
              <a:off x="231649" y="6964366"/>
              <a:ext cx="2077637" cy="539751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8695" tIns="28695" rIns="28695" bIns="28695" anchor="ctr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8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2023</a:t>
              </a:r>
              <a:r>
                <a:rPr kumimoji="0" lang="zh-CN" altLang="en-US" sz="28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目录页</a:t>
              </a:r>
            </a:p>
          </p:txBody>
        </p:sp>
      </p:grpSp>
      <p:sp>
        <p:nvSpPr>
          <p:cNvPr id="22" name="矩形 21"/>
          <p:cNvSpPr/>
          <p:nvPr userDrawn="1"/>
        </p:nvSpPr>
        <p:spPr>
          <a:xfrm>
            <a:off x="5903385" y="7004052"/>
            <a:ext cx="1512000" cy="46831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695" tIns="28695" rIns="28695" bIns="28695" anchor="ctr"/>
          <a:lstStyle/>
          <a:p>
            <a:pPr marL="0" marR="0" lvl="0" indent="0" algn="ctr" defTabSz="457200" rtl="0" eaLnBrk="1" fontAlgn="auto" latinLnBrk="0" hangingPunct="1">
              <a:lnSpc>
                <a:spcPts val="127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3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解放蓝</a:t>
            </a:r>
            <a:endParaRPr kumimoji="0" lang="en-US" altLang="zh-CN" sz="13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ts val="127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21/42/140</a:t>
            </a:r>
            <a:endParaRPr kumimoji="0" lang="zh-CN" altLang="en-US" sz="1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3" name="矩形 22"/>
          <p:cNvSpPr/>
          <p:nvPr userDrawn="1"/>
        </p:nvSpPr>
        <p:spPr>
          <a:xfrm>
            <a:off x="7431809" y="7004052"/>
            <a:ext cx="1512000" cy="468311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695" tIns="28695" rIns="28695" bIns="28695" anchor="ctr"/>
          <a:lstStyle/>
          <a:p>
            <a:pPr marL="0" marR="0" lvl="0" indent="0" algn="ctr" defTabSz="457200" rtl="0" eaLnBrk="1" fontAlgn="auto" latinLnBrk="0" hangingPunct="1">
              <a:lnSpc>
                <a:spcPts val="127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3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辅助蓝</a:t>
            </a:r>
            <a:endParaRPr kumimoji="0" lang="en-US" altLang="zh-CN" sz="13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ts val="127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rPr>
              <a:t>39/150/212</a:t>
            </a:r>
            <a:endParaRPr kumimoji="0" lang="zh-CN" altLang="en-US" sz="1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4" name="矩形 23"/>
          <p:cNvSpPr/>
          <p:nvPr userDrawn="1"/>
        </p:nvSpPr>
        <p:spPr>
          <a:xfrm>
            <a:off x="10488656" y="7004052"/>
            <a:ext cx="1512000" cy="468311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695" tIns="28695" rIns="28695" bIns="28695" anchor="ctr"/>
          <a:lstStyle/>
          <a:p>
            <a:pPr marL="0" marR="0" lvl="0" indent="0" algn="ctr" defTabSz="457200" rtl="0" eaLnBrk="1" fontAlgn="auto" latinLnBrk="0" hangingPunct="1">
              <a:lnSpc>
                <a:spcPts val="127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3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辅助红</a:t>
            </a:r>
            <a:endParaRPr kumimoji="0" lang="en-US" altLang="zh-CN" sz="13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ts val="127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177/0/17</a:t>
            </a:r>
            <a:endParaRPr kumimoji="0" lang="zh-CN" altLang="en-US" sz="1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5" name="矩形 24"/>
          <p:cNvSpPr/>
          <p:nvPr userDrawn="1"/>
        </p:nvSpPr>
        <p:spPr>
          <a:xfrm>
            <a:off x="8960233" y="7004052"/>
            <a:ext cx="1512000" cy="468311"/>
          </a:xfrm>
          <a:prstGeom prst="rect">
            <a:avLst/>
          </a:prstGeom>
          <a:solidFill>
            <a:srgbClr val="A7A9A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695" tIns="28695" rIns="28695" bIns="28695" anchor="ctr"/>
          <a:lstStyle/>
          <a:p>
            <a:pPr marL="0" marR="0" lvl="0" indent="0" algn="ctr" defTabSz="457200" rtl="0" eaLnBrk="1" fontAlgn="auto" latinLnBrk="0" hangingPunct="1">
              <a:lnSpc>
                <a:spcPts val="127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3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辅助灰</a:t>
            </a:r>
            <a:endParaRPr kumimoji="0" lang="en-US" altLang="zh-CN" sz="13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ts val="127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rPr>
              <a:t>167/169/172</a:t>
            </a:r>
            <a:endParaRPr kumimoji="0" lang="zh-CN" altLang="en-US" sz="1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cxnSp>
        <p:nvCxnSpPr>
          <p:cNvPr id="31" name="直接连接符 30"/>
          <p:cNvCxnSpPr/>
          <p:nvPr userDrawn="1"/>
        </p:nvCxnSpPr>
        <p:spPr>
          <a:xfrm flipH="1">
            <a:off x="479425" y="836712"/>
            <a:ext cx="11233150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2" name="图形 25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961704" y="264695"/>
            <a:ext cx="1750871" cy="381600"/>
          </a:xfrm>
          <a:prstGeom prst="rect">
            <a:avLst/>
          </a:prstGeom>
        </p:spPr>
      </p:pic>
      <p:sp>
        <p:nvSpPr>
          <p:cNvPr id="11" name="文本占位符 6"/>
          <p:cNvSpPr>
            <a:spLocks noGrp="1"/>
          </p:cNvSpPr>
          <p:nvPr>
            <p:ph type="body" sz="quarter" idx="12" hasCustomPrompt="1"/>
          </p:nvPr>
        </p:nvSpPr>
        <p:spPr>
          <a:xfrm>
            <a:off x="477723" y="175966"/>
            <a:ext cx="9218727" cy="559059"/>
          </a:xfrm>
          <a:prstGeom prst="rect">
            <a:avLst/>
          </a:prstGeom>
        </p:spPr>
        <p:txBody>
          <a:bodyPr lIns="72886" tIns="36443" rIns="72886" bIns="36443" anchor="ctr" anchorCtr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800" b="1">
                <a:solidFill>
                  <a:srgbClr val="152A8C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目录</a:t>
            </a: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023解放正文页-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组合 6"/>
          <p:cNvGrpSpPr/>
          <p:nvPr userDrawn="1"/>
        </p:nvGrpSpPr>
        <p:grpSpPr>
          <a:xfrm>
            <a:off x="0" y="6942143"/>
            <a:ext cx="12192000" cy="614361"/>
            <a:chOff x="0" y="6942143"/>
            <a:chExt cx="12192000" cy="614361"/>
          </a:xfrm>
        </p:grpSpPr>
        <p:sp>
          <p:nvSpPr>
            <p:cNvPr id="4" name="同侧圆角矩形 3"/>
            <p:cNvSpPr/>
            <p:nvPr userDrawn="1"/>
          </p:nvSpPr>
          <p:spPr>
            <a:xfrm rot="10800000">
              <a:off x="0" y="6942143"/>
              <a:ext cx="12192000" cy="614361"/>
            </a:xfrm>
            <a:prstGeom prst="round2SameRect">
              <a:avLst>
                <a:gd name="adj1" fmla="val 21050"/>
                <a:gd name="adj2" fmla="val 0"/>
              </a:avLst>
            </a:prstGeom>
            <a:solidFill>
              <a:schemeClr val="bg1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886" tIns="36443" rIns="72886" bIns="36443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9" name="矩形 8"/>
            <p:cNvSpPr/>
            <p:nvPr userDrawn="1"/>
          </p:nvSpPr>
          <p:spPr>
            <a:xfrm>
              <a:off x="2406647" y="6964366"/>
              <a:ext cx="3344336" cy="539751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8695" tIns="28695" rIns="28695" bIns="28695" anchor="ctr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PPT</a:t>
              </a:r>
              <a:r>
                <a:rPr kumimoji="0" lang="zh-CN" alt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标准提示</a:t>
              </a:r>
              <a:r>
                <a:rPr kumimoji="0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——</a:t>
              </a:r>
            </a:p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3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字体：</a:t>
              </a:r>
              <a:r>
                <a:rPr kumimoji="0" lang="zh-CN" altLang="en-US" sz="13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微软雅黑     </a:t>
              </a:r>
              <a:r>
                <a:rPr kumimoji="0" lang="zh-CN" altLang="en-US" sz="13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颜色：</a:t>
              </a:r>
              <a:r>
                <a:rPr kumimoji="0" lang="zh-CN" altLang="en-US" sz="13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优先用右侧颜色</a:t>
              </a:r>
            </a:p>
          </p:txBody>
        </p:sp>
        <p:sp>
          <p:nvSpPr>
            <p:cNvPr id="11" name="矩形 10"/>
            <p:cNvSpPr/>
            <p:nvPr userDrawn="1"/>
          </p:nvSpPr>
          <p:spPr>
            <a:xfrm>
              <a:off x="231649" y="6964366"/>
              <a:ext cx="2077637" cy="539751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8695" tIns="28695" rIns="28695" bIns="28695" anchor="ctr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8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2023</a:t>
              </a:r>
              <a:r>
                <a:rPr kumimoji="0" lang="zh-CN" altLang="en-US" sz="28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正文页</a:t>
              </a:r>
            </a:p>
          </p:txBody>
        </p:sp>
      </p:grpSp>
      <p:sp>
        <p:nvSpPr>
          <p:cNvPr id="14" name="Rectangle 9"/>
          <p:cNvSpPr>
            <a:spLocks noChangeArrowheads="1"/>
          </p:cNvSpPr>
          <p:nvPr userDrawn="1"/>
        </p:nvSpPr>
        <p:spPr bwMode="auto">
          <a:xfrm>
            <a:off x="10992544" y="6412107"/>
            <a:ext cx="738477" cy="333594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rgbClr val="2F4D71"/>
            </a:prstShdw>
          </a:effectLst>
        </p:spPr>
        <p:txBody>
          <a:bodyPr wrap="square" lIns="83199" tIns="43264" rIns="83199" bIns="43264" anchor="ctr">
            <a:spAutoFit/>
          </a:bodyPr>
          <a:lstStyle>
            <a:lvl1pPr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84645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B2DE838B-0F12-4B31-B7D1-2D0F6538ECB8}" type="slidenum">
              <a:rPr kumimoji="0" lang="en-US" altLang="zh-CN" sz="1600" b="1" i="0" u="none" strike="noStrike" kern="1200" cap="none" spc="0" normalizeH="0" baseline="0" noProof="0" smtClean="0">
                <a:ln>
                  <a:noFill/>
                </a:ln>
                <a:solidFill>
                  <a:srgbClr val="152A8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‹#›</a:t>
            </a:fld>
            <a:endParaRPr kumimoji="0" lang="en-US" altLang="zh-CN" sz="1600" b="1" i="0" u="none" strike="noStrike" kern="1200" cap="none" spc="0" normalizeH="0" baseline="0" noProof="0" dirty="0">
              <a:ln>
                <a:noFill/>
              </a:ln>
              <a:solidFill>
                <a:srgbClr val="152A8C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8" name="文本占位符 6"/>
          <p:cNvSpPr>
            <a:spLocks noGrp="1"/>
          </p:cNvSpPr>
          <p:nvPr>
            <p:ph type="body" sz="quarter" idx="12" hasCustomPrompt="1"/>
          </p:nvPr>
        </p:nvSpPr>
        <p:spPr>
          <a:xfrm>
            <a:off x="477723" y="175966"/>
            <a:ext cx="9218726" cy="559059"/>
          </a:xfrm>
          <a:prstGeom prst="rect">
            <a:avLst/>
          </a:prstGeom>
        </p:spPr>
        <p:txBody>
          <a:bodyPr lIns="72886" tIns="36443" rIns="72886" bIns="36443" anchor="ctr" anchorCtr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800" b="1">
                <a:solidFill>
                  <a:srgbClr val="152A8C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单击此处编辑大标题</a:t>
            </a:r>
          </a:p>
        </p:txBody>
      </p:sp>
      <p:sp>
        <p:nvSpPr>
          <p:cNvPr id="20" name="文本占位符 6"/>
          <p:cNvSpPr>
            <a:spLocks noGrp="1"/>
          </p:cNvSpPr>
          <p:nvPr>
            <p:ph type="body" sz="quarter" idx="13" hasCustomPrompt="1"/>
          </p:nvPr>
        </p:nvSpPr>
        <p:spPr>
          <a:xfrm>
            <a:off x="477723" y="1063639"/>
            <a:ext cx="11231448" cy="468452"/>
          </a:xfrm>
          <a:prstGeom prst="rect">
            <a:avLst/>
          </a:prstGeom>
        </p:spPr>
        <p:txBody>
          <a:bodyPr lIns="72886" tIns="36443" rIns="72886" bIns="36443" anchor="t" anchorCtr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 b="1">
                <a:solidFill>
                  <a:srgbClr val="152A8C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单击此处编辑标题</a:t>
            </a:r>
          </a:p>
        </p:txBody>
      </p:sp>
      <p:sp>
        <p:nvSpPr>
          <p:cNvPr id="21" name="文本占位符 6"/>
          <p:cNvSpPr>
            <a:spLocks noGrp="1"/>
          </p:cNvSpPr>
          <p:nvPr>
            <p:ph type="body" sz="quarter" idx="14" hasCustomPrompt="1"/>
          </p:nvPr>
        </p:nvSpPr>
        <p:spPr>
          <a:xfrm>
            <a:off x="477723" y="1532091"/>
            <a:ext cx="11233150" cy="1176830"/>
          </a:xfrm>
          <a:prstGeom prst="rect">
            <a:avLst/>
          </a:prstGeom>
        </p:spPr>
        <p:txBody>
          <a:bodyPr lIns="72886" tIns="36443" rIns="72886" bIns="36443" anchor="t" anchorCtr="0"/>
          <a:lstStyle>
            <a:lvl1pPr marL="342900" indent="-342900" algn="just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p"/>
              <a:defRPr sz="2000" b="0">
                <a:solidFill>
                  <a:srgbClr val="152A8C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en-US" altLang="zh-CN" dirty="0"/>
              <a:t>× × × × × × × × × × × × × × × × × × × × × × × × × × × × × × × × × × × ×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p"/>
              <a:defRPr/>
            </a:pPr>
            <a:r>
              <a:rPr lang="en-US" altLang="zh-CN" dirty="0"/>
              <a:t>× × × × × × × × × × × × × × × × × × × × × × × × × × × × × × × × ×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p"/>
              <a:defRPr/>
            </a:pPr>
            <a:r>
              <a:rPr lang="en-US" altLang="zh-CN" dirty="0"/>
              <a:t>× × × × × × × × × × × × × × × × × × × × × × × × × × × × × × × × × × × × × ×</a:t>
            </a:r>
            <a:endParaRPr lang="zh-CN" altLang="en-US" dirty="0"/>
          </a:p>
        </p:txBody>
      </p:sp>
      <p:cxnSp>
        <p:nvCxnSpPr>
          <p:cNvPr id="8" name="直接连接符 7"/>
          <p:cNvCxnSpPr/>
          <p:nvPr userDrawn="1"/>
        </p:nvCxnSpPr>
        <p:spPr>
          <a:xfrm flipH="1">
            <a:off x="479425" y="836712"/>
            <a:ext cx="11233150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矩形 16"/>
          <p:cNvSpPr/>
          <p:nvPr userDrawn="1"/>
        </p:nvSpPr>
        <p:spPr>
          <a:xfrm>
            <a:off x="5903385" y="7004052"/>
            <a:ext cx="1512000" cy="46831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695" tIns="28695" rIns="28695" bIns="28695" anchor="ctr"/>
          <a:lstStyle/>
          <a:p>
            <a:pPr marL="0" marR="0" lvl="0" indent="0" algn="ctr" defTabSz="457200" rtl="0" eaLnBrk="1" fontAlgn="auto" latinLnBrk="0" hangingPunct="1">
              <a:lnSpc>
                <a:spcPts val="127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3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解放蓝</a:t>
            </a:r>
            <a:endParaRPr kumimoji="0" lang="en-US" altLang="zh-CN" sz="13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ts val="127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21/42/140</a:t>
            </a:r>
            <a:endParaRPr kumimoji="0" lang="zh-CN" altLang="en-US" sz="1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9" name="矩形 18"/>
          <p:cNvSpPr/>
          <p:nvPr userDrawn="1"/>
        </p:nvSpPr>
        <p:spPr>
          <a:xfrm>
            <a:off x="7431809" y="7004052"/>
            <a:ext cx="1512000" cy="468311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695" tIns="28695" rIns="28695" bIns="28695" anchor="ctr"/>
          <a:lstStyle/>
          <a:p>
            <a:pPr marL="0" marR="0" lvl="0" indent="0" algn="ctr" defTabSz="457200" rtl="0" eaLnBrk="1" fontAlgn="auto" latinLnBrk="0" hangingPunct="1">
              <a:lnSpc>
                <a:spcPts val="127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3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辅助蓝</a:t>
            </a:r>
            <a:endParaRPr kumimoji="0" lang="en-US" altLang="zh-CN" sz="13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ts val="127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rPr>
              <a:t>39/150/212</a:t>
            </a:r>
            <a:endParaRPr kumimoji="0" lang="zh-CN" altLang="en-US" sz="1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2" name="矩形 21"/>
          <p:cNvSpPr/>
          <p:nvPr userDrawn="1"/>
        </p:nvSpPr>
        <p:spPr>
          <a:xfrm>
            <a:off x="10488656" y="7004052"/>
            <a:ext cx="1512000" cy="468311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695" tIns="28695" rIns="28695" bIns="28695" anchor="ctr"/>
          <a:lstStyle/>
          <a:p>
            <a:pPr marL="0" marR="0" lvl="0" indent="0" algn="ctr" defTabSz="457200" rtl="0" eaLnBrk="1" fontAlgn="auto" latinLnBrk="0" hangingPunct="1">
              <a:lnSpc>
                <a:spcPts val="127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3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辅助红</a:t>
            </a:r>
            <a:endParaRPr kumimoji="0" lang="en-US" altLang="zh-CN" sz="13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ts val="127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177/0/17</a:t>
            </a:r>
            <a:endParaRPr kumimoji="0" lang="zh-CN" altLang="en-US" sz="1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4" name="矩形 23"/>
          <p:cNvSpPr/>
          <p:nvPr userDrawn="1"/>
        </p:nvSpPr>
        <p:spPr>
          <a:xfrm>
            <a:off x="8960233" y="7004052"/>
            <a:ext cx="1512000" cy="468311"/>
          </a:xfrm>
          <a:prstGeom prst="rect">
            <a:avLst/>
          </a:prstGeom>
          <a:solidFill>
            <a:srgbClr val="A7A9A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695" tIns="28695" rIns="28695" bIns="28695" anchor="ctr"/>
          <a:lstStyle/>
          <a:p>
            <a:pPr marL="0" marR="0" lvl="0" indent="0" algn="ctr" defTabSz="457200" rtl="0" eaLnBrk="1" fontAlgn="auto" latinLnBrk="0" hangingPunct="1">
              <a:lnSpc>
                <a:spcPts val="127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3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辅助灰</a:t>
            </a:r>
            <a:endParaRPr kumimoji="0" lang="en-US" altLang="zh-CN" sz="13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ts val="127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rPr>
              <a:t>167/169/172</a:t>
            </a:r>
            <a:endParaRPr kumimoji="0" lang="zh-CN" altLang="en-US" sz="1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pic>
        <p:nvPicPr>
          <p:cNvPr id="16" name="图形 25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961704" y="264695"/>
            <a:ext cx="1750871" cy="3816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023解放正文页-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组合 6"/>
          <p:cNvGrpSpPr/>
          <p:nvPr userDrawn="1"/>
        </p:nvGrpSpPr>
        <p:grpSpPr>
          <a:xfrm>
            <a:off x="0" y="6942143"/>
            <a:ext cx="12192000" cy="614361"/>
            <a:chOff x="0" y="6942143"/>
            <a:chExt cx="12192000" cy="614361"/>
          </a:xfrm>
        </p:grpSpPr>
        <p:sp>
          <p:nvSpPr>
            <p:cNvPr id="4" name="同侧圆角矩形 3"/>
            <p:cNvSpPr/>
            <p:nvPr userDrawn="1"/>
          </p:nvSpPr>
          <p:spPr>
            <a:xfrm rot="10800000">
              <a:off x="0" y="6942143"/>
              <a:ext cx="12192000" cy="614361"/>
            </a:xfrm>
            <a:prstGeom prst="round2SameRect">
              <a:avLst>
                <a:gd name="adj1" fmla="val 21050"/>
                <a:gd name="adj2" fmla="val 0"/>
              </a:avLst>
            </a:prstGeom>
            <a:solidFill>
              <a:schemeClr val="bg1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886" tIns="36443" rIns="72886" bIns="36443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9" name="矩形 8"/>
            <p:cNvSpPr/>
            <p:nvPr userDrawn="1"/>
          </p:nvSpPr>
          <p:spPr>
            <a:xfrm>
              <a:off x="2406647" y="6964366"/>
              <a:ext cx="3344336" cy="539751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8695" tIns="28695" rIns="28695" bIns="28695" anchor="ctr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PPT</a:t>
              </a:r>
              <a:r>
                <a:rPr kumimoji="0" lang="zh-CN" alt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标准提示</a:t>
              </a:r>
              <a:r>
                <a:rPr kumimoji="0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——</a:t>
              </a:r>
            </a:p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3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字体：</a:t>
              </a:r>
              <a:r>
                <a:rPr kumimoji="0" lang="zh-CN" altLang="en-US" sz="13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微软雅黑     </a:t>
              </a:r>
              <a:r>
                <a:rPr kumimoji="0" lang="zh-CN" altLang="en-US" sz="13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颜色：</a:t>
              </a:r>
              <a:r>
                <a:rPr kumimoji="0" lang="zh-CN" altLang="en-US" sz="13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优先用右侧颜色</a:t>
              </a:r>
            </a:p>
          </p:txBody>
        </p:sp>
        <p:sp>
          <p:nvSpPr>
            <p:cNvPr id="11" name="矩形 10"/>
            <p:cNvSpPr/>
            <p:nvPr userDrawn="1"/>
          </p:nvSpPr>
          <p:spPr>
            <a:xfrm>
              <a:off x="231649" y="6964366"/>
              <a:ext cx="2077637" cy="539751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8695" tIns="28695" rIns="28695" bIns="28695" anchor="ctr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8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2023</a:t>
              </a:r>
              <a:r>
                <a:rPr kumimoji="0" lang="zh-CN" altLang="en-US" sz="28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正文页</a:t>
              </a:r>
            </a:p>
          </p:txBody>
        </p:sp>
      </p:grpSp>
      <p:sp>
        <p:nvSpPr>
          <p:cNvPr id="14" name="Rectangle 9"/>
          <p:cNvSpPr>
            <a:spLocks noChangeArrowheads="1"/>
          </p:cNvSpPr>
          <p:nvPr userDrawn="1"/>
        </p:nvSpPr>
        <p:spPr bwMode="auto">
          <a:xfrm>
            <a:off x="10992544" y="6412107"/>
            <a:ext cx="738477" cy="333594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rgbClr val="2F4D71"/>
            </a:prstShdw>
          </a:effectLst>
        </p:spPr>
        <p:txBody>
          <a:bodyPr wrap="square" lIns="83199" tIns="43264" rIns="83199" bIns="43264" anchor="ctr">
            <a:spAutoFit/>
          </a:bodyPr>
          <a:lstStyle>
            <a:lvl1pPr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84645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B2DE838B-0F12-4B31-B7D1-2D0F6538ECB8}" type="slidenum">
              <a:rPr kumimoji="0" lang="en-US" altLang="zh-CN" sz="1600" b="1" i="0" u="none" strike="noStrike" kern="1200" cap="none" spc="0" normalizeH="0" baseline="0" noProof="0" smtClean="0">
                <a:ln>
                  <a:noFill/>
                </a:ln>
                <a:solidFill>
                  <a:srgbClr val="152A8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‹#›</a:t>
            </a:fld>
            <a:endParaRPr kumimoji="0" lang="en-US" altLang="zh-CN" sz="1600" b="1" i="0" u="none" strike="noStrike" kern="1200" cap="none" spc="0" normalizeH="0" baseline="0" noProof="0" dirty="0">
              <a:ln>
                <a:noFill/>
              </a:ln>
              <a:solidFill>
                <a:srgbClr val="152A8C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8" name="文本占位符 6"/>
          <p:cNvSpPr>
            <a:spLocks noGrp="1"/>
          </p:cNvSpPr>
          <p:nvPr>
            <p:ph type="body" sz="quarter" idx="12" hasCustomPrompt="1"/>
          </p:nvPr>
        </p:nvSpPr>
        <p:spPr>
          <a:xfrm>
            <a:off x="477723" y="175966"/>
            <a:ext cx="9218726" cy="559059"/>
          </a:xfrm>
          <a:prstGeom prst="rect">
            <a:avLst/>
          </a:prstGeom>
        </p:spPr>
        <p:txBody>
          <a:bodyPr lIns="72886" tIns="36443" rIns="72886" bIns="36443" anchor="ctr" anchorCtr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800" b="1">
                <a:solidFill>
                  <a:srgbClr val="152A8C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单击此处编辑大标题</a:t>
            </a:r>
          </a:p>
        </p:txBody>
      </p:sp>
      <p:sp>
        <p:nvSpPr>
          <p:cNvPr id="21" name="文本占位符 6"/>
          <p:cNvSpPr>
            <a:spLocks noGrp="1"/>
          </p:cNvSpPr>
          <p:nvPr>
            <p:ph type="body" sz="quarter" idx="14" hasCustomPrompt="1"/>
          </p:nvPr>
        </p:nvSpPr>
        <p:spPr>
          <a:xfrm>
            <a:off x="477723" y="1052513"/>
            <a:ext cx="11233150" cy="1176830"/>
          </a:xfrm>
          <a:prstGeom prst="rect">
            <a:avLst/>
          </a:prstGeom>
        </p:spPr>
        <p:txBody>
          <a:bodyPr lIns="72886" tIns="36443" rIns="72886" bIns="36443" anchor="t" anchorCtr="0"/>
          <a:lstStyle>
            <a:lvl1pPr marL="342900" indent="-342900" algn="just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p"/>
              <a:defRPr sz="2000" b="0">
                <a:solidFill>
                  <a:srgbClr val="152A8C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en-US" altLang="zh-CN" dirty="0"/>
              <a:t>× × × × × × × × × × × × × × × × × × × × × × × × × × × × × × × × × × × ×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p"/>
              <a:defRPr/>
            </a:pPr>
            <a:r>
              <a:rPr lang="en-US" altLang="zh-CN" dirty="0"/>
              <a:t>× × × × × × × × × × × × × × × × × × × × × × × × × × × × × × × × ×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p"/>
              <a:defRPr/>
            </a:pPr>
            <a:r>
              <a:rPr lang="en-US" altLang="zh-CN" dirty="0"/>
              <a:t>× × × × × × × × × × × × × × × × × × × × × × × × × × × × × × × × × × × × × ×</a:t>
            </a:r>
            <a:endParaRPr lang="zh-CN" altLang="en-US" dirty="0"/>
          </a:p>
        </p:txBody>
      </p:sp>
      <p:cxnSp>
        <p:nvCxnSpPr>
          <p:cNvPr id="6" name="直接连接符 5"/>
          <p:cNvCxnSpPr/>
          <p:nvPr userDrawn="1"/>
        </p:nvCxnSpPr>
        <p:spPr>
          <a:xfrm flipH="1">
            <a:off x="479425" y="836712"/>
            <a:ext cx="11233150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矩形 16"/>
          <p:cNvSpPr/>
          <p:nvPr userDrawn="1"/>
        </p:nvSpPr>
        <p:spPr>
          <a:xfrm>
            <a:off x="5903385" y="7004052"/>
            <a:ext cx="1512000" cy="46831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695" tIns="28695" rIns="28695" bIns="28695" anchor="ctr"/>
          <a:lstStyle/>
          <a:p>
            <a:pPr marL="0" marR="0" lvl="0" indent="0" algn="ctr" defTabSz="457200" rtl="0" eaLnBrk="1" fontAlgn="auto" latinLnBrk="0" hangingPunct="1">
              <a:lnSpc>
                <a:spcPts val="127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3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解放蓝</a:t>
            </a:r>
            <a:endParaRPr kumimoji="0" lang="en-US" altLang="zh-CN" sz="13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ts val="127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21/42/140</a:t>
            </a:r>
            <a:endParaRPr kumimoji="0" lang="zh-CN" altLang="en-US" sz="1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9" name="矩形 18"/>
          <p:cNvSpPr/>
          <p:nvPr userDrawn="1"/>
        </p:nvSpPr>
        <p:spPr>
          <a:xfrm>
            <a:off x="7431809" y="7004052"/>
            <a:ext cx="1512000" cy="468311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695" tIns="28695" rIns="28695" bIns="28695" anchor="ctr"/>
          <a:lstStyle/>
          <a:p>
            <a:pPr marL="0" marR="0" lvl="0" indent="0" algn="ctr" defTabSz="457200" rtl="0" eaLnBrk="1" fontAlgn="auto" latinLnBrk="0" hangingPunct="1">
              <a:lnSpc>
                <a:spcPts val="127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3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辅助蓝</a:t>
            </a:r>
            <a:endParaRPr kumimoji="0" lang="en-US" altLang="zh-CN" sz="13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ts val="127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rPr>
              <a:t>39/150/212</a:t>
            </a:r>
            <a:endParaRPr kumimoji="0" lang="zh-CN" altLang="en-US" sz="1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0" name="矩形 19"/>
          <p:cNvSpPr/>
          <p:nvPr userDrawn="1"/>
        </p:nvSpPr>
        <p:spPr>
          <a:xfrm>
            <a:off x="10488656" y="7004052"/>
            <a:ext cx="1512000" cy="468311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695" tIns="28695" rIns="28695" bIns="28695" anchor="ctr"/>
          <a:lstStyle/>
          <a:p>
            <a:pPr marL="0" marR="0" lvl="0" indent="0" algn="ctr" defTabSz="457200" rtl="0" eaLnBrk="1" fontAlgn="auto" latinLnBrk="0" hangingPunct="1">
              <a:lnSpc>
                <a:spcPts val="127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3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辅助红</a:t>
            </a:r>
            <a:endParaRPr kumimoji="0" lang="en-US" altLang="zh-CN" sz="13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ts val="127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177/0/17</a:t>
            </a:r>
            <a:endParaRPr kumimoji="0" lang="zh-CN" altLang="en-US" sz="1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3" name="矩形 22"/>
          <p:cNvSpPr/>
          <p:nvPr userDrawn="1"/>
        </p:nvSpPr>
        <p:spPr>
          <a:xfrm>
            <a:off x="8960233" y="7004052"/>
            <a:ext cx="1512000" cy="468311"/>
          </a:xfrm>
          <a:prstGeom prst="rect">
            <a:avLst/>
          </a:prstGeom>
          <a:solidFill>
            <a:srgbClr val="A7A9A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695" tIns="28695" rIns="28695" bIns="28695" anchor="ctr"/>
          <a:lstStyle/>
          <a:p>
            <a:pPr marL="0" marR="0" lvl="0" indent="0" algn="ctr" defTabSz="457200" rtl="0" eaLnBrk="1" fontAlgn="auto" latinLnBrk="0" hangingPunct="1">
              <a:lnSpc>
                <a:spcPts val="127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3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辅助灰</a:t>
            </a:r>
            <a:endParaRPr kumimoji="0" lang="en-US" altLang="zh-CN" sz="13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ts val="127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rPr>
              <a:t>167/169/172</a:t>
            </a:r>
            <a:endParaRPr kumimoji="0" lang="zh-CN" altLang="en-US" sz="1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pic>
        <p:nvPicPr>
          <p:cNvPr id="15" name="图形 25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961704" y="264695"/>
            <a:ext cx="1750871" cy="3816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022内页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文本占位符 6"/>
          <p:cNvSpPr>
            <a:spLocks noGrp="1"/>
          </p:cNvSpPr>
          <p:nvPr>
            <p:ph type="body" sz="quarter" idx="12"/>
          </p:nvPr>
        </p:nvSpPr>
        <p:spPr>
          <a:xfrm>
            <a:off x="804863" y="260648"/>
            <a:ext cx="8638412" cy="559059"/>
          </a:xfrm>
          <a:prstGeom prst="rect">
            <a:avLst/>
          </a:prstGeom>
        </p:spPr>
        <p:txBody>
          <a:bodyPr lIns="72886" tIns="36443" rIns="72886" bIns="36443" anchor="ctr" anchorCtr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800" b="1">
                <a:solidFill>
                  <a:srgbClr val="112A8E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20" name="灯片编号占位符 5"/>
          <p:cNvSpPr>
            <a:spLocks noGrp="1"/>
          </p:cNvSpPr>
          <p:nvPr>
            <p:ph type="sldNum" sz="quarter" idx="13"/>
          </p:nvPr>
        </p:nvSpPr>
        <p:spPr>
          <a:xfrm>
            <a:off x="10415264" y="6356350"/>
            <a:ext cx="971874" cy="365125"/>
          </a:xfrm>
          <a:prstGeom prst="rect">
            <a:avLst/>
          </a:prstGeom>
        </p:spPr>
        <p:txBody>
          <a:bodyPr/>
          <a:lstStyle>
            <a:lvl1pPr algn="r">
              <a:defRPr sz="12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875BDE2C-B28D-43D3-A85B-8175BF470FFE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‹#›</a:t>
            </a:fld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pic>
        <p:nvPicPr>
          <p:cNvPr id="14" name="图片 13"/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335" t="6743" r="4277" b="54843"/>
          <a:stretch>
            <a:fillRect/>
          </a:stretch>
        </p:blipFill>
        <p:spPr>
          <a:xfrm>
            <a:off x="9443275" y="332656"/>
            <a:ext cx="1991964" cy="475355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slideLayout" Target="../slideLayouts/slideLayout11.xml"/><Relationship Id="rId7" Type="http://schemas.openxmlformats.org/officeDocument/2006/relationships/image" Target="../media/image6.png"/><Relationship Id="rId2" Type="http://schemas.openxmlformats.org/officeDocument/2006/relationships/slideLayout" Target="../slideLayouts/slideLayout10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5.png"/><Relationship Id="rId5" Type="http://schemas.openxmlformats.org/officeDocument/2006/relationships/theme" Target="../theme/theme2.xml"/><Relationship Id="rId4" Type="http://schemas.openxmlformats.org/officeDocument/2006/relationships/slideLayout" Target="../slideLayouts/slideLayout12.xml"/><Relationship Id="rId9" Type="http://schemas.openxmlformats.org/officeDocument/2006/relationships/image" Target="../media/image8.png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5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theme" Target="../theme/theme3.xml"/><Relationship Id="rId5" Type="http://schemas.openxmlformats.org/officeDocument/2006/relationships/slideLayout" Target="../slideLayouts/slideLayout17.xml"/><Relationship Id="rId4" Type="http://schemas.openxmlformats.org/officeDocument/2006/relationships/slideLayout" Target="../slideLayouts/slideLayout1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7" descr="7"/>
          <p:cNvPicPr>
            <a:picLocks noChangeAspect="1" noChangeArrowheads="1"/>
          </p:cNvPicPr>
          <p:nvPr/>
        </p:nvPicPr>
        <p:blipFill>
          <a:blip r:embed="rId6" cstate="screen"/>
          <a:srcRect/>
          <a:stretch>
            <a:fillRect/>
          </a:stretch>
        </p:blipFill>
        <p:spPr bwMode="auto">
          <a:xfrm>
            <a:off x="0" y="6221186"/>
            <a:ext cx="12190187" cy="6368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050" name="Picture 2" descr="C:\Documents and Settings\Administrator\桌面\1.png"/>
          <p:cNvPicPr>
            <a:picLocks noChangeAspect="1" noChangeArrowheads="1"/>
          </p:cNvPicPr>
          <p:nvPr/>
        </p:nvPicPr>
        <p:blipFill>
          <a:blip r:embed="rId7" cstate="email"/>
          <a:srcRect/>
          <a:stretch>
            <a:fillRect/>
          </a:stretch>
        </p:blipFill>
        <p:spPr bwMode="auto">
          <a:xfrm>
            <a:off x="239183" y="6359413"/>
            <a:ext cx="1722579" cy="360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51" name="Picture 2" descr="C:\Users\z00124665\Desktop\HW LOGO(横版）.png"/>
          <p:cNvPicPr>
            <a:picLocks noChangeAspect="1" noChangeArrowheads="1"/>
          </p:cNvPicPr>
          <p:nvPr/>
        </p:nvPicPr>
        <p:blipFill>
          <a:blip r:embed="rId8" cstate="email"/>
          <a:srcRect/>
          <a:stretch>
            <a:fillRect/>
          </a:stretch>
        </p:blipFill>
        <p:spPr bwMode="auto">
          <a:xfrm>
            <a:off x="10272464" y="6359413"/>
            <a:ext cx="1595688" cy="360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052" name="矩形 4"/>
          <p:cNvSpPr>
            <a:spLocks noChangeArrowheads="1"/>
          </p:cNvSpPr>
          <p:nvPr/>
        </p:nvSpPr>
        <p:spPr bwMode="auto">
          <a:xfrm>
            <a:off x="4572001" y="6401095"/>
            <a:ext cx="2717411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FrutigerNext LT Medium" panose="020B0603040504020204" pitchFamily="34" charset="0"/>
                <a:ea typeface="华文细黑" panose="0201060004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FrutigerNext LT Medium" panose="020B0603040504020204" pitchFamily="34" charset="0"/>
                <a:ea typeface="华文细黑" panose="0201060004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FrutigerNext LT Medium" panose="020B0603040504020204" pitchFamily="34" charset="0"/>
                <a:ea typeface="华文细黑" panose="0201060004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FrutigerNext LT Medium" panose="020B0603040504020204" pitchFamily="34" charset="0"/>
                <a:ea typeface="华文细黑" panose="0201060004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FrutigerNext LT Medium" panose="020B0603040504020204" pitchFamily="34" charset="0"/>
                <a:ea typeface="华文细黑" panose="02010600040101010101" pitchFamily="2" charset="-122"/>
              </a:defRPr>
            </a:lvl5pPr>
            <a:lvl6pPr marL="2514600" indent="-228600" defTabSz="91313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FrutigerNext LT Medium" panose="020B0603040504020204" pitchFamily="34" charset="0"/>
                <a:ea typeface="华文细黑" panose="02010600040101010101" pitchFamily="2" charset="-122"/>
              </a:defRPr>
            </a:lvl6pPr>
            <a:lvl7pPr marL="2971800" indent="-228600" defTabSz="91313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FrutigerNext LT Medium" panose="020B0603040504020204" pitchFamily="34" charset="0"/>
                <a:ea typeface="华文细黑" panose="02010600040101010101" pitchFamily="2" charset="-122"/>
              </a:defRPr>
            </a:lvl7pPr>
            <a:lvl8pPr marL="3429000" indent="-228600" defTabSz="91313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FrutigerNext LT Medium" panose="020B0603040504020204" pitchFamily="34" charset="0"/>
                <a:ea typeface="华文细黑" panose="02010600040101010101" pitchFamily="2" charset="-122"/>
              </a:defRPr>
            </a:lvl8pPr>
            <a:lvl9pPr marL="3886200" indent="-228600" defTabSz="91313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FrutigerNext LT Medium" panose="020B0603040504020204" pitchFamily="34" charset="0"/>
                <a:ea typeface="华文细黑" panose="02010600040101010101" pitchFamily="2" charset="-122"/>
              </a:defRPr>
            </a:lvl9pPr>
          </a:lstStyle>
          <a:p>
            <a:pPr marL="0" marR="0" lvl="0" indent="0" algn="l" defTabSz="91313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1E4E79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一汽解放 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1E4E79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&amp; 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1E4E79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华为版权所有，禁止扩散</a:t>
            </a: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srgbClr val="1E4E79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8219464" y="6401482"/>
            <a:ext cx="1044888" cy="307777"/>
          </a:xfrm>
          <a:prstGeom prst="rect">
            <a:avLst/>
          </a:prstGeom>
          <a:noFill/>
          <a:ln w="12700">
            <a:noFill/>
          </a:ln>
        </p:spPr>
        <p:txBody>
          <a:bodyPr wrap="square" rtlCol="0">
            <a:spAutoFit/>
          </a:bodyPr>
          <a:lstStyle/>
          <a:p>
            <a:pPr marL="0" marR="0" lvl="0" indent="0" algn="l" defTabSz="91313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C8993CC3-19E1-4C16-A64D-D7CD73D1E52D}" type="slidenum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1E4E79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‹#›</a:t>
            </a:fld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rgbClr val="1E4E79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pic>
        <p:nvPicPr>
          <p:cNvPr id="10" name="Picture 4" descr="C:\Users\lvsd.JFFAW\Desktop\微信图片_20190830134344.png"/>
          <p:cNvPicPr>
            <a:picLocks noChangeAspect="1" noChangeArrowheads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80402" y="111987"/>
            <a:ext cx="864000" cy="3952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58" r:id="rId1"/>
    <p:sldLayoutId id="2147483659" r:id="rId2"/>
    <p:sldLayoutId id="2147483660" r:id="rId3"/>
    <p:sldLayoutId id="2147483661" r:id="rId4"/>
  </p:sldLayoutIdLst>
  <p:hf sldNum="0"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华文细黑" panose="0201060004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华文细黑" panose="0201060004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华文细黑" panose="0201060004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华文细黑" panose="02010600040101010101" pitchFamily="2" charset="-122"/>
        </a:defRPr>
      </a:lvl5pPr>
      <a:lvl6pPr marL="45085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6pPr>
      <a:lvl7pPr marL="901065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7pPr>
      <a:lvl8pPr marL="1351915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8pPr>
      <a:lvl9pPr marL="1802765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9pPr>
    </p:titleStyle>
    <p:bodyStyle>
      <a:lvl1pPr marL="336550" indent="-33655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30250" indent="-27940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ea typeface="+mn-ea"/>
        </a:defRPr>
      </a:lvl2pPr>
      <a:lvl3pPr marL="1125855" indent="-224155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+mn-ea"/>
        </a:defRPr>
      </a:lvl3pPr>
      <a:lvl4pPr marL="1576705" indent="-224155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+mn-ea"/>
        </a:defRPr>
      </a:lvl4pPr>
      <a:lvl5pPr marL="2027555" indent="-224155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5pPr>
      <a:lvl6pPr marL="2478405" indent="-225425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6pPr>
      <a:lvl7pPr marL="2929255" indent="-225425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7pPr>
      <a:lvl8pPr marL="3380105" indent="-225425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8pPr>
      <a:lvl9pPr marL="3830955" indent="-225425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010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0850" algn="l" defTabSz="9010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01065" algn="l" defTabSz="9010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51915" algn="l" defTabSz="9010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02765" algn="l" defTabSz="9010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53615" algn="l" defTabSz="9010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03830" algn="l" defTabSz="9010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154680" algn="l" defTabSz="9010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05530" algn="l" defTabSz="9010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  <p:sldLayoutId id="2147483664" r:id="rId2"/>
    <p:sldLayoutId id="2147483665" r:id="rId3"/>
    <p:sldLayoutId id="2147483666" r:id="rId4"/>
    <p:sldLayoutId id="2147483667" r:id="rId5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Rounded Rectangle 6">
            <a:extLst>
              <a:ext uri="{FF2B5EF4-FFF2-40B4-BE49-F238E27FC236}">
                <a16:creationId xmlns:a16="http://schemas.microsoft.com/office/drawing/2014/main" id="{9F54C5F3-20A9-AD6C-DED7-3B1A5D356245}"/>
              </a:ext>
            </a:extLst>
          </p:cNvPr>
          <p:cNvSpPr/>
          <p:nvPr/>
        </p:nvSpPr>
        <p:spPr>
          <a:xfrm>
            <a:off x="272660" y="1374874"/>
            <a:ext cx="7848872" cy="4262125"/>
          </a:xfrm>
          <a:prstGeom prst="roundRect">
            <a:avLst/>
          </a:prstGeom>
          <a:solidFill>
            <a:srgbClr val="FBFCFD"/>
          </a:solidFill>
          <a:ln w="10160">
            <a:solidFill>
              <a:srgbClr val="D7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文本占位符 1">
            <a:extLst>
              <a:ext uri="{FF2B5EF4-FFF2-40B4-BE49-F238E27FC236}">
                <a16:creationId xmlns:a16="http://schemas.microsoft.com/office/drawing/2014/main" id="{47454F81-C812-6ED9-863A-D60F9533430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altLang="zh-CN" sz="2800" b="1" dirty="0" err="1">
                <a:solidFill>
                  <a:srgbClr val="003B90"/>
                </a:solidFill>
                <a:latin typeface="Microsoft YaHei"/>
              </a:rPr>
              <a:t>cEGR</a:t>
            </a:r>
            <a:r>
              <a:rPr lang="en-US" altLang="zh-CN" sz="2800" b="1" dirty="0">
                <a:solidFill>
                  <a:srgbClr val="003B90"/>
                </a:solidFill>
                <a:latin typeface="Microsoft YaHei"/>
              </a:rPr>
              <a:t>-PEMFC </a:t>
            </a:r>
            <a:r>
              <a:rPr lang="zh-CN" altLang="en-US" sz="2800" b="1" dirty="0">
                <a:solidFill>
                  <a:srgbClr val="003B90"/>
                </a:solidFill>
                <a:latin typeface="Microsoft YaHei"/>
              </a:rPr>
              <a:t>系统物理网络建模平台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DF81A9E-F9FA-69FD-285C-BC0B21480C5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79425" y="836712"/>
            <a:ext cx="11231448" cy="468452"/>
          </a:xfrm>
        </p:spPr>
        <p:txBody>
          <a:bodyPr anchor="ctr"/>
          <a:lstStyle/>
          <a:p>
            <a:r>
              <a:rPr lang="zh-CN" altLang="en-US" sz="1400" b="0" dirty="0">
                <a:solidFill>
                  <a:srgbClr val="63717E"/>
                </a:solidFill>
                <a:latin typeface="Microsoft YaHei"/>
              </a:rPr>
              <a:t>基于</a:t>
            </a:r>
            <a:r>
              <a:rPr lang="en-US" altLang="zh-CN" sz="1400" b="0" dirty="0">
                <a:solidFill>
                  <a:srgbClr val="63717E"/>
                </a:solidFill>
                <a:latin typeface="Microsoft YaHei"/>
              </a:rPr>
              <a:t>MathWorks </a:t>
            </a:r>
            <a:r>
              <a:rPr lang="zh-CN" altLang="en-US" sz="1400" b="0" dirty="0">
                <a:solidFill>
                  <a:srgbClr val="63717E"/>
                </a:solidFill>
                <a:latin typeface="Microsoft YaHei"/>
              </a:rPr>
              <a:t>官方 </a:t>
            </a:r>
            <a:r>
              <a:rPr lang="en-US" altLang="zh-CN" sz="1400" b="0" dirty="0">
                <a:solidFill>
                  <a:srgbClr val="63717E"/>
                </a:solidFill>
                <a:latin typeface="Microsoft YaHei"/>
              </a:rPr>
              <a:t>Gas Mixture PEM </a:t>
            </a:r>
            <a:r>
              <a:rPr lang="zh-CN" altLang="en-US" sz="1400" b="0" dirty="0">
                <a:solidFill>
                  <a:srgbClr val="63717E"/>
                </a:solidFill>
                <a:latin typeface="Microsoft YaHei"/>
              </a:rPr>
              <a:t>燃料电池系统案例派生，面向系统性能仿真、参数匹配与策略开发</a:t>
            </a:r>
          </a:p>
        </p:txBody>
      </p:sp>
      <p:grpSp>
        <p:nvGrpSpPr>
          <p:cNvPr id="80" name="组合 79">
            <a:extLst>
              <a:ext uri="{FF2B5EF4-FFF2-40B4-BE49-F238E27FC236}">
                <a16:creationId xmlns:a16="http://schemas.microsoft.com/office/drawing/2014/main" id="{174C83EC-8AA0-CC27-D63F-35ED3CCC68A0}"/>
              </a:ext>
            </a:extLst>
          </p:cNvPr>
          <p:cNvGrpSpPr/>
          <p:nvPr/>
        </p:nvGrpSpPr>
        <p:grpSpPr>
          <a:xfrm>
            <a:off x="506171" y="1561500"/>
            <a:ext cx="7162802" cy="3844676"/>
            <a:chOff x="676656" y="2191420"/>
            <a:chExt cx="7162802" cy="3844676"/>
          </a:xfrm>
        </p:grpSpPr>
        <p:sp>
          <p:nvSpPr>
            <p:cNvPr id="48" name="Rounded Rectangle 8">
              <a:extLst>
                <a:ext uri="{FF2B5EF4-FFF2-40B4-BE49-F238E27FC236}">
                  <a16:creationId xmlns:a16="http://schemas.microsoft.com/office/drawing/2014/main" id="{6AC3C552-1EB2-DBFA-D4B7-1F2694936096}"/>
                </a:ext>
              </a:extLst>
            </p:cNvPr>
            <p:cNvSpPr/>
            <p:nvPr/>
          </p:nvSpPr>
          <p:spPr>
            <a:xfrm>
              <a:off x="676656" y="3002808"/>
              <a:ext cx="1033271" cy="594360"/>
            </a:xfrm>
            <a:prstGeom prst="roundRect">
              <a:avLst/>
            </a:prstGeom>
            <a:solidFill>
              <a:srgbClr val="E8F1FA"/>
            </a:solidFill>
            <a:ln w="12700">
              <a:solidFill>
                <a:srgbClr val="003B9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54864" tIns="27432" rIns="54864" bIns="27432" rtlCol="0" anchor="ctr"/>
            <a:lstStyle/>
            <a:p>
              <a:pPr algn="ctr"/>
              <a:r>
                <a:rPr sz="1300" b="1">
                  <a:solidFill>
                    <a:srgbClr val="253342"/>
                  </a:solidFill>
                  <a:latin typeface="Microsoft YaHei"/>
                </a:rPr>
                <a:t>环境空气
边界输入</a:t>
              </a:r>
            </a:p>
          </p:txBody>
        </p:sp>
        <p:sp>
          <p:nvSpPr>
            <p:cNvPr id="49" name="Right Arrow 9">
              <a:extLst>
                <a:ext uri="{FF2B5EF4-FFF2-40B4-BE49-F238E27FC236}">
                  <a16:creationId xmlns:a16="http://schemas.microsoft.com/office/drawing/2014/main" id="{A4941375-6CC3-3409-6D82-A3D8A973209A}"/>
                </a:ext>
              </a:extLst>
            </p:cNvPr>
            <p:cNvSpPr/>
            <p:nvPr/>
          </p:nvSpPr>
          <p:spPr>
            <a:xfrm>
              <a:off x="1764792" y="3185688"/>
              <a:ext cx="411480" cy="201168"/>
            </a:xfrm>
            <a:prstGeom prst="rightArrow">
              <a:avLst/>
            </a:prstGeom>
            <a:solidFill>
              <a:srgbClr val="003B90"/>
            </a:solidFill>
            <a:ln w="1270">
              <a:solidFill>
                <a:srgbClr val="003B9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0" name="Rounded Rectangle 10">
              <a:extLst>
                <a:ext uri="{FF2B5EF4-FFF2-40B4-BE49-F238E27FC236}">
                  <a16:creationId xmlns:a16="http://schemas.microsoft.com/office/drawing/2014/main" id="{0A6B79F6-9950-87D9-193C-B8E6FFB1EFD0}"/>
                </a:ext>
              </a:extLst>
            </p:cNvPr>
            <p:cNvSpPr/>
            <p:nvPr/>
          </p:nvSpPr>
          <p:spPr>
            <a:xfrm>
              <a:off x="2212848" y="2938799"/>
              <a:ext cx="1298448" cy="713232"/>
            </a:xfrm>
            <a:prstGeom prst="roundRect">
              <a:avLst/>
            </a:prstGeom>
            <a:solidFill>
              <a:srgbClr val="E8F1FA"/>
            </a:solidFill>
            <a:ln w="12700">
              <a:solidFill>
                <a:srgbClr val="003B9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54864" tIns="27432" rIns="54864" bIns="27432" rtlCol="0" anchor="ctr"/>
            <a:lstStyle/>
            <a:p>
              <a:pPr algn="ctr"/>
              <a:r>
                <a:rPr sz="1300" b="1">
                  <a:solidFill>
                    <a:srgbClr val="253342"/>
                  </a:solidFill>
                  <a:latin typeface="Microsoft YaHei"/>
                </a:rPr>
                <a:t>供氧 / 混合
压缩机·中冷·加湿</a:t>
              </a:r>
            </a:p>
          </p:txBody>
        </p:sp>
        <p:sp>
          <p:nvSpPr>
            <p:cNvPr id="51" name="Right Arrow 11">
              <a:extLst>
                <a:ext uri="{FF2B5EF4-FFF2-40B4-BE49-F238E27FC236}">
                  <a16:creationId xmlns:a16="http://schemas.microsoft.com/office/drawing/2014/main" id="{4E1E5962-C592-C1D0-78A4-DEEDA44950E3}"/>
                </a:ext>
              </a:extLst>
            </p:cNvPr>
            <p:cNvSpPr/>
            <p:nvPr/>
          </p:nvSpPr>
          <p:spPr>
            <a:xfrm>
              <a:off x="3547872" y="3185688"/>
              <a:ext cx="594360" cy="201168"/>
            </a:xfrm>
            <a:prstGeom prst="rightArrow">
              <a:avLst/>
            </a:prstGeom>
            <a:solidFill>
              <a:srgbClr val="003B90"/>
            </a:solidFill>
            <a:ln w="1270">
              <a:solidFill>
                <a:srgbClr val="003B9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grpSp>
          <p:nvGrpSpPr>
            <p:cNvPr id="77" name="组合 76">
              <a:extLst>
                <a:ext uri="{FF2B5EF4-FFF2-40B4-BE49-F238E27FC236}">
                  <a16:creationId xmlns:a16="http://schemas.microsoft.com/office/drawing/2014/main" id="{52B0369F-BAFF-61E8-66B4-5F722CDA4889}"/>
                </a:ext>
              </a:extLst>
            </p:cNvPr>
            <p:cNvGrpSpPr/>
            <p:nvPr/>
          </p:nvGrpSpPr>
          <p:grpSpPr>
            <a:xfrm>
              <a:off x="4242816" y="2984520"/>
              <a:ext cx="1719072" cy="1965960"/>
              <a:chOff x="4242816" y="2984520"/>
              <a:chExt cx="1719072" cy="1965960"/>
            </a:xfrm>
          </p:grpSpPr>
          <p:sp>
            <p:nvSpPr>
              <p:cNvPr id="52" name="Rounded Rectangle 12">
                <a:extLst>
                  <a:ext uri="{FF2B5EF4-FFF2-40B4-BE49-F238E27FC236}">
                    <a16:creationId xmlns:a16="http://schemas.microsoft.com/office/drawing/2014/main" id="{2B81B26B-BDEA-7DEE-1AA8-BF2FE72B949B}"/>
                  </a:ext>
                </a:extLst>
              </p:cNvPr>
              <p:cNvSpPr/>
              <p:nvPr/>
            </p:nvSpPr>
            <p:spPr>
              <a:xfrm>
                <a:off x="4242816" y="2984520"/>
                <a:ext cx="1719072" cy="1965960"/>
              </a:xfrm>
              <a:prstGeom prst="roundRect">
                <a:avLst/>
              </a:prstGeom>
              <a:solidFill>
                <a:srgbClr val="253342"/>
              </a:solidFill>
              <a:ln w="10160">
                <a:solidFill>
                  <a:srgbClr val="253342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square" lIns="54864" tIns="27432" rIns="54864" bIns="27432" rtlCol="0" anchor="ctr"/>
              <a:lstStyle/>
              <a:p>
                <a:pPr algn="ctr"/>
                <a:r>
                  <a:rPr sz="1800" b="1" dirty="0">
                    <a:solidFill>
                      <a:srgbClr val="FFFFFF"/>
                    </a:solidFill>
                    <a:latin typeface="Microsoft YaHei"/>
                  </a:rPr>
                  <a:t>PEMFC
</a:t>
                </a:r>
                <a:r>
                  <a:rPr sz="1800" b="1" dirty="0" err="1">
                    <a:solidFill>
                      <a:srgbClr val="FFFFFF"/>
                    </a:solidFill>
                    <a:latin typeface="Microsoft YaHei"/>
                  </a:rPr>
                  <a:t>电堆核心</a:t>
                </a:r>
                <a:endParaRPr sz="1800" b="1" dirty="0">
                  <a:solidFill>
                    <a:srgbClr val="FFFFFF"/>
                  </a:solidFill>
                  <a:latin typeface="Microsoft YaHei"/>
                </a:endParaRPr>
              </a:p>
            </p:txBody>
          </p:sp>
          <p:sp>
            <p:nvSpPr>
              <p:cNvPr id="53" name="TextBox 13">
                <a:extLst>
                  <a:ext uri="{FF2B5EF4-FFF2-40B4-BE49-F238E27FC236}">
                    <a16:creationId xmlns:a16="http://schemas.microsoft.com/office/drawing/2014/main" id="{D97EAFDA-D64A-7422-A5EA-0B6238BD6379}"/>
                  </a:ext>
                </a:extLst>
              </p:cNvPr>
              <p:cNvSpPr txBox="1"/>
              <p:nvPr/>
            </p:nvSpPr>
            <p:spPr>
              <a:xfrm>
                <a:off x="4389120" y="4301256"/>
                <a:ext cx="1417320" cy="219456"/>
              </a:xfrm>
              <a:prstGeom prst="rect">
                <a:avLst/>
              </a:prstGeom>
              <a:noFill/>
            </p:spPr>
            <p:txBody>
              <a:bodyPr wrap="square" lIns="54864" tIns="27432" rIns="54864" bIns="27432" anchor="ctr">
                <a:spAutoFit/>
              </a:bodyPr>
              <a:lstStyle/>
              <a:p>
                <a:pPr algn="ctr"/>
                <a:r>
                  <a:rPr sz="880" b="0" dirty="0" err="1">
                    <a:solidFill>
                      <a:srgbClr val="DDE6EE"/>
                    </a:solidFill>
                    <a:latin typeface="Microsoft YaHei"/>
                  </a:rPr>
                  <a:t>反应</a:t>
                </a:r>
                <a:r>
                  <a:rPr sz="880" b="0" dirty="0">
                    <a:solidFill>
                      <a:srgbClr val="DDE6EE"/>
                    </a:solidFill>
                    <a:latin typeface="Microsoft YaHei"/>
                  </a:rPr>
                  <a:t> · </a:t>
                </a:r>
                <a:r>
                  <a:rPr sz="880" b="0" dirty="0" err="1">
                    <a:solidFill>
                      <a:srgbClr val="DDE6EE"/>
                    </a:solidFill>
                    <a:latin typeface="Microsoft YaHei"/>
                  </a:rPr>
                  <a:t>电压</a:t>
                </a:r>
                <a:r>
                  <a:rPr sz="880" b="0" dirty="0">
                    <a:solidFill>
                      <a:srgbClr val="DDE6EE"/>
                    </a:solidFill>
                    <a:latin typeface="Microsoft YaHei"/>
                  </a:rPr>
                  <a:t> · 热</a:t>
                </a:r>
              </a:p>
            </p:txBody>
          </p:sp>
        </p:grpSp>
        <p:sp>
          <p:nvSpPr>
            <p:cNvPr id="54" name="Right Arrow 14">
              <a:extLst>
                <a:ext uri="{FF2B5EF4-FFF2-40B4-BE49-F238E27FC236}">
                  <a16:creationId xmlns:a16="http://schemas.microsoft.com/office/drawing/2014/main" id="{3EFD62B2-F99B-47B8-FECD-B6F3FEEB93B0}"/>
                </a:ext>
              </a:extLst>
            </p:cNvPr>
            <p:cNvSpPr/>
            <p:nvPr/>
          </p:nvSpPr>
          <p:spPr>
            <a:xfrm>
              <a:off x="6007608" y="3185688"/>
              <a:ext cx="420624" cy="201168"/>
            </a:xfrm>
            <a:prstGeom prst="rightArrow">
              <a:avLst/>
            </a:prstGeom>
            <a:solidFill>
              <a:srgbClr val="003B90"/>
            </a:solidFill>
            <a:ln w="1270">
              <a:solidFill>
                <a:srgbClr val="003B9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5" name="Rounded Rectangle 15">
              <a:extLst>
                <a:ext uri="{FF2B5EF4-FFF2-40B4-BE49-F238E27FC236}">
                  <a16:creationId xmlns:a16="http://schemas.microsoft.com/office/drawing/2014/main" id="{88D8ACE3-59A8-A2E3-E144-549F3D0707F5}"/>
                </a:ext>
              </a:extLst>
            </p:cNvPr>
            <p:cNvSpPr/>
            <p:nvPr/>
          </p:nvSpPr>
          <p:spPr>
            <a:xfrm>
              <a:off x="6455664" y="2938799"/>
              <a:ext cx="1243584" cy="713232"/>
            </a:xfrm>
            <a:prstGeom prst="roundRect">
              <a:avLst/>
            </a:prstGeom>
            <a:solidFill>
              <a:srgbClr val="E8F1FA"/>
            </a:solidFill>
            <a:ln w="12700">
              <a:solidFill>
                <a:srgbClr val="003B9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54864" tIns="27432" rIns="54864" bIns="27432" rtlCol="0" anchor="ctr"/>
            <a:lstStyle/>
            <a:p>
              <a:pPr algn="ctr"/>
              <a:r>
                <a:rPr sz="1300" b="1">
                  <a:solidFill>
                    <a:srgbClr val="253342"/>
                  </a:solidFill>
                  <a:latin typeface="Microsoft YaHei"/>
                </a:rPr>
                <a:t>阴极排气
背压·水管理</a:t>
              </a:r>
            </a:p>
          </p:txBody>
        </p:sp>
        <p:sp>
          <p:nvSpPr>
            <p:cNvPr id="56" name="Up Arrow 16">
              <a:extLst>
                <a:ext uri="{FF2B5EF4-FFF2-40B4-BE49-F238E27FC236}">
                  <a16:creationId xmlns:a16="http://schemas.microsoft.com/office/drawing/2014/main" id="{4025C3DC-5A82-FFA1-9B4C-F11EDE6E1871}"/>
                </a:ext>
              </a:extLst>
            </p:cNvPr>
            <p:cNvSpPr/>
            <p:nvPr/>
          </p:nvSpPr>
          <p:spPr>
            <a:xfrm>
              <a:off x="6940296" y="2655336"/>
              <a:ext cx="201168" cy="246888"/>
            </a:xfrm>
            <a:prstGeom prst="upArrow">
              <a:avLst/>
            </a:prstGeom>
            <a:solidFill>
              <a:srgbClr val="003B90"/>
            </a:solidFill>
            <a:ln w="1270">
              <a:solidFill>
                <a:srgbClr val="003B9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7" name="Rounded Rectangle 17">
              <a:extLst>
                <a:ext uri="{FF2B5EF4-FFF2-40B4-BE49-F238E27FC236}">
                  <a16:creationId xmlns:a16="http://schemas.microsoft.com/office/drawing/2014/main" id="{AEFC591A-A53B-3E22-63D2-2FBD40A16AB3}"/>
                </a:ext>
              </a:extLst>
            </p:cNvPr>
            <p:cNvSpPr/>
            <p:nvPr/>
          </p:nvSpPr>
          <p:spPr>
            <a:xfrm>
              <a:off x="6211826" y="2191420"/>
              <a:ext cx="1627632" cy="402336"/>
            </a:xfrm>
            <a:prstGeom prst="roundRect">
              <a:avLst/>
            </a:prstGeom>
            <a:solidFill>
              <a:srgbClr val="E8F1FA"/>
            </a:solidFill>
            <a:ln w="12700">
              <a:solidFill>
                <a:srgbClr val="003B9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54864" tIns="27432" rIns="54864" bIns="27432" rtlCol="0" anchor="ctr"/>
            <a:lstStyle/>
            <a:p>
              <a:pPr algn="ctr"/>
              <a:r>
                <a:rPr sz="1300" b="1" dirty="0" err="1">
                  <a:solidFill>
                    <a:srgbClr val="253342"/>
                  </a:solidFill>
                  <a:latin typeface="Microsoft YaHei"/>
                </a:rPr>
                <a:t>cEGR</a:t>
              </a:r>
              <a:r>
                <a:rPr sz="1300" b="1" dirty="0">
                  <a:solidFill>
                    <a:srgbClr val="253342"/>
                  </a:solidFill>
                  <a:latin typeface="Microsoft YaHei"/>
                </a:rPr>
                <a:t> </a:t>
              </a:r>
              <a:r>
                <a:rPr sz="1300" b="1" dirty="0" err="1">
                  <a:solidFill>
                    <a:srgbClr val="253342"/>
                  </a:solidFill>
                  <a:latin typeface="Microsoft YaHei"/>
                </a:rPr>
                <a:t>回流</a:t>
              </a:r>
              <a:r>
                <a:rPr sz="1300" b="1" dirty="0">
                  <a:solidFill>
                    <a:srgbClr val="253342"/>
                  </a:solidFill>
                  <a:latin typeface="Microsoft YaHei"/>
                </a:rPr>
                <a:t>
</a:t>
              </a:r>
              <a:r>
                <a:rPr sz="1300" b="1" dirty="0" err="1">
                  <a:solidFill>
                    <a:srgbClr val="253342"/>
                  </a:solidFill>
                  <a:latin typeface="Microsoft YaHei"/>
                </a:rPr>
                <a:t>阀·管路·组分回混</a:t>
              </a:r>
              <a:endParaRPr sz="1300" b="1" dirty="0">
                <a:solidFill>
                  <a:srgbClr val="253342"/>
                </a:solidFill>
                <a:latin typeface="Microsoft YaHei"/>
              </a:endParaRPr>
            </a:p>
          </p:txBody>
        </p:sp>
        <p:sp>
          <p:nvSpPr>
            <p:cNvPr id="58" name="Left Arrow 18">
              <a:extLst>
                <a:ext uri="{FF2B5EF4-FFF2-40B4-BE49-F238E27FC236}">
                  <a16:creationId xmlns:a16="http://schemas.microsoft.com/office/drawing/2014/main" id="{3AC158E3-E45A-35A3-3B1C-952AAC873B3A}"/>
                </a:ext>
              </a:extLst>
            </p:cNvPr>
            <p:cNvSpPr/>
            <p:nvPr/>
          </p:nvSpPr>
          <p:spPr>
            <a:xfrm rot="21143814">
              <a:off x="2858403" y="2515261"/>
              <a:ext cx="3240000" cy="182880"/>
            </a:xfrm>
            <a:prstGeom prst="leftArrow">
              <a:avLst/>
            </a:prstGeom>
            <a:solidFill>
              <a:srgbClr val="003B90"/>
            </a:solidFill>
            <a:ln w="1270">
              <a:solidFill>
                <a:srgbClr val="003B9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9" name="TextBox 19">
              <a:extLst>
                <a:ext uri="{FF2B5EF4-FFF2-40B4-BE49-F238E27FC236}">
                  <a16:creationId xmlns:a16="http://schemas.microsoft.com/office/drawing/2014/main" id="{05BFB5A6-1C02-A855-69B3-3C1B5981E824}"/>
                </a:ext>
              </a:extLst>
            </p:cNvPr>
            <p:cNvSpPr txBox="1"/>
            <p:nvPr/>
          </p:nvSpPr>
          <p:spPr>
            <a:xfrm rot="21165224">
              <a:off x="3514289" y="2327626"/>
              <a:ext cx="1920240" cy="201168"/>
            </a:xfrm>
            <a:prstGeom prst="rect">
              <a:avLst/>
            </a:prstGeom>
            <a:noFill/>
          </p:spPr>
          <p:txBody>
            <a:bodyPr wrap="square" lIns="54864" tIns="27432" rIns="54864" bIns="27432" anchor="ctr">
              <a:spAutoFit/>
            </a:bodyPr>
            <a:lstStyle/>
            <a:p>
              <a:pPr algn="ctr"/>
              <a:r>
                <a:rPr sz="860" b="0" dirty="0" err="1">
                  <a:solidFill>
                    <a:srgbClr val="003B90"/>
                  </a:solidFill>
                  <a:latin typeface="Microsoft YaHei"/>
                </a:rPr>
                <a:t>实际回流比与氧计量比审计</a:t>
              </a:r>
              <a:endParaRPr sz="860" b="0" dirty="0">
                <a:solidFill>
                  <a:srgbClr val="003B90"/>
                </a:solidFill>
                <a:latin typeface="Microsoft YaHei"/>
              </a:endParaRPr>
            </a:p>
          </p:txBody>
        </p:sp>
        <p:sp>
          <p:nvSpPr>
            <p:cNvPr id="60" name="Rounded Rectangle 20">
              <a:extLst>
                <a:ext uri="{FF2B5EF4-FFF2-40B4-BE49-F238E27FC236}">
                  <a16:creationId xmlns:a16="http://schemas.microsoft.com/office/drawing/2014/main" id="{427FD795-1E86-6563-8CD6-5ADAA4C078F4}"/>
                </a:ext>
              </a:extLst>
            </p:cNvPr>
            <p:cNvSpPr/>
            <p:nvPr/>
          </p:nvSpPr>
          <p:spPr>
            <a:xfrm>
              <a:off x="676656" y="4234727"/>
              <a:ext cx="1033271" cy="594360"/>
            </a:xfrm>
            <a:prstGeom prst="roundRect">
              <a:avLst/>
            </a:prstGeom>
            <a:solidFill>
              <a:srgbClr val="F9E8E8"/>
            </a:solidFill>
            <a:ln w="127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54864" tIns="27432" rIns="54864" bIns="27432" rtlCol="0" anchor="ctr"/>
            <a:lstStyle/>
            <a:p>
              <a:pPr algn="ctr"/>
              <a:r>
                <a:rPr sz="1300" b="1" dirty="0" err="1">
                  <a:solidFill>
                    <a:srgbClr val="253342"/>
                  </a:solidFill>
                  <a:latin typeface="Microsoft YaHei"/>
                </a:rPr>
                <a:t>氢源</a:t>
              </a:r>
              <a:r>
                <a:rPr sz="1300" b="1" dirty="0">
                  <a:solidFill>
                    <a:srgbClr val="253342"/>
                  </a:solidFill>
                  <a:latin typeface="Microsoft YaHei"/>
                </a:rPr>
                <a:t>
</a:t>
              </a:r>
              <a:r>
                <a:rPr sz="1300" b="1" dirty="0" err="1">
                  <a:solidFill>
                    <a:srgbClr val="253342"/>
                  </a:solidFill>
                  <a:latin typeface="Microsoft YaHei"/>
                </a:rPr>
                <a:t>压力·组分</a:t>
              </a:r>
              <a:endParaRPr sz="1300" b="1" dirty="0">
                <a:solidFill>
                  <a:srgbClr val="253342"/>
                </a:solidFill>
                <a:latin typeface="Microsoft YaHei"/>
              </a:endParaRPr>
            </a:p>
          </p:txBody>
        </p:sp>
        <p:sp>
          <p:nvSpPr>
            <p:cNvPr id="61" name="Right Arrow 21">
              <a:extLst>
                <a:ext uri="{FF2B5EF4-FFF2-40B4-BE49-F238E27FC236}">
                  <a16:creationId xmlns:a16="http://schemas.microsoft.com/office/drawing/2014/main" id="{1662E004-1F25-FFE3-66E9-B8FB282D9D0B}"/>
                </a:ext>
              </a:extLst>
            </p:cNvPr>
            <p:cNvSpPr/>
            <p:nvPr/>
          </p:nvSpPr>
          <p:spPr>
            <a:xfrm>
              <a:off x="1764792" y="4465848"/>
              <a:ext cx="411480" cy="201168"/>
            </a:xfrm>
            <a:prstGeom prst="rightArrow">
              <a:avLst/>
            </a:prstGeom>
            <a:solidFill>
              <a:srgbClr val="C00000"/>
            </a:solidFill>
            <a:ln w="127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2" name="Rounded Rectangle 22">
              <a:extLst>
                <a:ext uri="{FF2B5EF4-FFF2-40B4-BE49-F238E27FC236}">
                  <a16:creationId xmlns:a16="http://schemas.microsoft.com/office/drawing/2014/main" id="{E5DC5374-2690-7B7C-0DE4-9A7A6842BBC8}"/>
                </a:ext>
              </a:extLst>
            </p:cNvPr>
            <p:cNvSpPr/>
            <p:nvPr/>
          </p:nvSpPr>
          <p:spPr>
            <a:xfrm>
              <a:off x="2211323" y="4230175"/>
              <a:ext cx="1298448" cy="713232"/>
            </a:xfrm>
            <a:prstGeom prst="roundRect">
              <a:avLst/>
            </a:prstGeom>
            <a:solidFill>
              <a:srgbClr val="F9E8E8"/>
            </a:solidFill>
            <a:ln w="127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54864" tIns="27432" rIns="54864" bIns="27432" rtlCol="0" anchor="ctr"/>
            <a:lstStyle/>
            <a:p>
              <a:pPr algn="ctr"/>
              <a:r>
                <a:rPr sz="1300" b="1">
                  <a:solidFill>
                    <a:srgbClr val="253342"/>
                  </a:solidFill>
                  <a:latin typeface="Microsoft YaHei"/>
                </a:rPr>
                <a:t>阳极 BOP
减压·回流·Purge</a:t>
              </a:r>
            </a:p>
          </p:txBody>
        </p:sp>
        <p:sp>
          <p:nvSpPr>
            <p:cNvPr id="64" name="Right Arrow 24">
              <a:extLst>
                <a:ext uri="{FF2B5EF4-FFF2-40B4-BE49-F238E27FC236}">
                  <a16:creationId xmlns:a16="http://schemas.microsoft.com/office/drawing/2014/main" id="{0E1B0B16-3948-9B9B-8DA6-4B649576E756}"/>
                </a:ext>
              </a:extLst>
            </p:cNvPr>
            <p:cNvSpPr/>
            <p:nvPr/>
          </p:nvSpPr>
          <p:spPr>
            <a:xfrm rot="2106004">
              <a:off x="5998796" y="4739549"/>
              <a:ext cx="486819" cy="176999"/>
            </a:xfrm>
            <a:prstGeom prst="rightArrow">
              <a:avLst/>
            </a:prstGeom>
            <a:solidFill>
              <a:srgbClr val="D99000"/>
            </a:solidFill>
            <a:ln w="1270">
              <a:solidFill>
                <a:srgbClr val="D99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5" name="Rounded Rectangle 25">
              <a:extLst>
                <a:ext uri="{FF2B5EF4-FFF2-40B4-BE49-F238E27FC236}">
                  <a16:creationId xmlns:a16="http://schemas.microsoft.com/office/drawing/2014/main" id="{D5038F82-B118-CCBC-BF94-E00192E26711}"/>
                </a:ext>
              </a:extLst>
            </p:cNvPr>
            <p:cNvSpPr/>
            <p:nvPr/>
          </p:nvSpPr>
          <p:spPr>
            <a:xfrm>
              <a:off x="6492240" y="4657871"/>
              <a:ext cx="1335024" cy="594360"/>
            </a:xfrm>
            <a:prstGeom prst="roundRect">
              <a:avLst/>
            </a:prstGeom>
            <a:solidFill>
              <a:srgbClr val="FFF4D6"/>
            </a:solidFill>
            <a:ln w="12700">
              <a:solidFill>
                <a:srgbClr val="D99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54864" tIns="27432" rIns="54864" bIns="27432" rtlCol="0" anchor="ctr"/>
            <a:lstStyle/>
            <a:p>
              <a:pPr algn="ctr"/>
              <a:r>
                <a:rPr sz="1300" b="1" dirty="0" err="1">
                  <a:solidFill>
                    <a:srgbClr val="253342"/>
                  </a:solidFill>
                  <a:latin typeface="Microsoft YaHei"/>
                </a:rPr>
                <a:t>电气边界</a:t>
              </a:r>
              <a:r>
                <a:rPr sz="1300" b="1" dirty="0">
                  <a:solidFill>
                    <a:srgbClr val="253342"/>
                  </a:solidFill>
                  <a:latin typeface="Microsoft YaHei"/>
                </a:rPr>
                <a:t>
</a:t>
              </a:r>
              <a:r>
                <a:rPr sz="1300" b="1" dirty="0" err="1">
                  <a:solidFill>
                    <a:srgbClr val="253342"/>
                  </a:solidFill>
                  <a:latin typeface="Microsoft YaHei"/>
                </a:rPr>
                <a:t>受控负载·测量</a:t>
              </a:r>
              <a:endParaRPr sz="1300" b="1" dirty="0">
                <a:solidFill>
                  <a:srgbClr val="253342"/>
                </a:solidFill>
                <a:latin typeface="Microsoft YaHei"/>
              </a:endParaRPr>
            </a:p>
          </p:txBody>
        </p:sp>
        <p:sp>
          <p:nvSpPr>
            <p:cNvPr id="66" name="Down Arrow 26">
              <a:extLst>
                <a:ext uri="{FF2B5EF4-FFF2-40B4-BE49-F238E27FC236}">
                  <a16:creationId xmlns:a16="http://schemas.microsoft.com/office/drawing/2014/main" id="{686727EC-72B4-2FE1-33D2-EDD82DA06CF8}"/>
                </a:ext>
              </a:extLst>
            </p:cNvPr>
            <p:cNvSpPr/>
            <p:nvPr/>
          </p:nvSpPr>
          <p:spPr>
            <a:xfrm>
              <a:off x="5003800" y="5040416"/>
              <a:ext cx="201168" cy="365760"/>
            </a:xfrm>
            <a:prstGeom prst="downArrow">
              <a:avLst/>
            </a:prstGeom>
            <a:solidFill>
              <a:srgbClr val="007E8A"/>
            </a:solidFill>
            <a:ln w="1270">
              <a:solidFill>
                <a:srgbClr val="007E8A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7" name="Rounded Rectangle 27">
              <a:extLst>
                <a:ext uri="{FF2B5EF4-FFF2-40B4-BE49-F238E27FC236}">
                  <a16:creationId xmlns:a16="http://schemas.microsoft.com/office/drawing/2014/main" id="{503179EC-3985-ED17-2D2C-33E1A31591A5}"/>
                </a:ext>
              </a:extLst>
            </p:cNvPr>
            <p:cNvSpPr/>
            <p:nvPr/>
          </p:nvSpPr>
          <p:spPr>
            <a:xfrm>
              <a:off x="3685032" y="5478312"/>
              <a:ext cx="2898648" cy="557784"/>
            </a:xfrm>
            <a:prstGeom prst="roundRect">
              <a:avLst/>
            </a:prstGeom>
            <a:solidFill>
              <a:srgbClr val="E6F5F6"/>
            </a:solidFill>
            <a:ln w="12700">
              <a:solidFill>
                <a:srgbClr val="007E8A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54864" tIns="27432" rIns="54864" bIns="27432" rtlCol="0" anchor="ctr"/>
            <a:lstStyle/>
            <a:p>
              <a:pPr algn="ctr"/>
              <a:r>
                <a:rPr sz="1300" b="1" dirty="0" err="1">
                  <a:solidFill>
                    <a:srgbClr val="253342"/>
                  </a:solidFill>
                  <a:latin typeface="Microsoft YaHei"/>
                </a:rPr>
                <a:t>热管理</a:t>
              </a:r>
              <a:r>
                <a:rPr sz="1300" b="1" dirty="0">
                  <a:solidFill>
                    <a:srgbClr val="253342"/>
                  </a:solidFill>
                  <a:latin typeface="Microsoft YaHei"/>
                </a:rPr>
                <a:t> BOP
</a:t>
              </a:r>
              <a:r>
                <a:rPr sz="1300" b="1" dirty="0" err="1">
                  <a:solidFill>
                    <a:srgbClr val="253342"/>
                  </a:solidFill>
                  <a:latin typeface="Microsoft YaHei"/>
                </a:rPr>
                <a:t>冷却回路</a:t>
              </a:r>
              <a:r>
                <a:rPr sz="1300" b="1" dirty="0">
                  <a:solidFill>
                    <a:srgbClr val="253342"/>
                  </a:solidFill>
                  <a:latin typeface="Microsoft YaHei"/>
                </a:rPr>
                <a:t> · 泵 · </a:t>
              </a:r>
              <a:r>
                <a:rPr sz="1300" b="1" dirty="0" err="1">
                  <a:solidFill>
                    <a:srgbClr val="253342"/>
                  </a:solidFill>
                  <a:latin typeface="Microsoft YaHei"/>
                </a:rPr>
                <a:t>散热器</a:t>
              </a:r>
              <a:r>
                <a:rPr sz="1300" b="1" dirty="0">
                  <a:solidFill>
                    <a:srgbClr val="253342"/>
                  </a:solidFill>
                  <a:latin typeface="Microsoft YaHei"/>
                </a:rPr>
                <a:t> · </a:t>
              </a:r>
              <a:r>
                <a:rPr sz="1300" b="1" dirty="0" err="1">
                  <a:solidFill>
                    <a:srgbClr val="253342"/>
                  </a:solidFill>
                  <a:latin typeface="Microsoft YaHei"/>
                </a:rPr>
                <a:t>堆温控制</a:t>
              </a:r>
              <a:endParaRPr sz="1300" b="1" dirty="0">
                <a:solidFill>
                  <a:srgbClr val="253342"/>
                </a:solidFill>
                <a:latin typeface="Microsoft YaHei"/>
              </a:endParaRPr>
            </a:p>
          </p:txBody>
        </p:sp>
        <p:sp>
          <p:nvSpPr>
            <p:cNvPr id="78" name="箭头: 上下 77">
              <a:extLst>
                <a:ext uri="{FF2B5EF4-FFF2-40B4-BE49-F238E27FC236}">
                  <a16:creationId xmlns:a16="http://schemas.microsoft.com/office/drawing/2014/main" id="{665586EC-D815-69D7-BFF2-3005295AC3E9}"/>
                </a:ext>
              </a:extLst>
            </p:cNvPr>
            <p:cNvSpPr/>
            <p:nvPr/>
          </p:nvSpPr>
          <p:spPr>
            <a:xfrm rot="5400000">
              <a:off x="3749004" y="4289791"/>
              <a:ext cx="201600" cy="594000"/>
            </a:xfrm>
            <a:prstGeom prst="upDownArrow">
              <a:avLst/>
            </a:prstGeom>
            <a:solidFill>
              <a:srgbClr val="C00000"/>
            </a:solidFill>
            <a:ln>
              <a:solidFill>
                <a:schemeClr val="accent4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89" name="组合 88">
            <a:extLst>
              <a:ext uri="{FF2B5EF4-FFF2-40B4-BE49-F238E27FC236}">
                <a16:creationId xmlns:a16="http://schemas.microsoft.com/office/drawing/2014/main" id="{23DD6228-6E12-DB80-57C2-49EB491A9D76}"/>
              </a:ext>
            </a:extLst>
          </p:cNvPr>
          <p:cNvGrpSpPr/>
          <p:nvPr/>
        </p:nvGrpSpPr>
        <p:grpSpPr>
          <a:xfrm>
            <a:off x="411480" y="6327648"/>
            <a:ext cx="11201400" cy="384048"/>
            <a:chOff x="411480" y="6327648"/>
            <a:chExt cx="11201400" cy="384048"/>
          </a:xfrm>
        </p:grpSpPr>
        <p:sp>
          <p:nvSpPr>
            <p:cNvPr id="81" name="Rounded Rectangle 37">
              <a:extLst>
                <a:ext uri="{FF2B5EF4-FFF2-40B4-BE49-F238E27FC236}">
                  <a16:creationId xmlns:a16="http://schemas.microsoft.com/office/drawing/2014/main" id="{AF378576-DC5C-3826-00E1-C8FF0A1B60CB}"/>
                </a:ext>
              </a:extLst>
            </p:cNvPr>
            <p:cNvSpPr/>
            <p:nvPr/>
          </p:nvSpPr>
          <p:spPr>
            <a:xfrm>
              <a:off x="411480" y="6327648"/>
              <a:ext cx="3566160" cy="384048"/>
            </a:xfrm>
            <a:prstGeom prst="roundRect">
              <a:avLst/>
            </a:prstGeom>
            <a:solidFill>
              <a:srgbClr val="E8F1FA"/>
            </a:solidFill>
            <a:ln w="7620">
              <a:solidFill>
                <a:srgbClr val="CBD4D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118872" tIns="59436" rIns="118872" bIns="59436" rtlCol="0" anchor="ctr"/>
            <a:lstStyle/>
            <a:p>
              <a:pPr algn="ctr"/>
              <a:r>
                <a:rPr sz="850" b="0" dirty="0" err="1">
                  <a:solidFill>
                    <a:srgbClr val="253342"/>
                  </a:solidFill>
                  <a:latin typeface="Microsoft YaHei"/>
                </a:rPr>
                <a:t>物理内核</a:t>
              </a:r>
              <a:r>
                <a:rPr sz="850" b="0" dirty="0">
                  <a:solidFill>
                    <a:srgbClr val="253342"/>
                  </a:solidFill>
                  <a:latin typeface="Microsoft YaHei"/>
                </a:rPr>
                <a:t>  |  </a:t>
              </a:r>
              <a:r>
                <a:rPr sz="850" b="0" dirty="0" err="1">
                  <a:solidFill>
                    <a:srgbClr val="253342"/>
                  </a:solidFill>
                  <a:latin typeface="Microsoft YaHei"/>
                </a:rPr>
                <a:t>复用官方</a:t>
              </a:r>
              <a:r>
                <a:rPr sz="850" b="0" dirty="0">
                  <a:solidFill>
                    <a:srgbClr val="253342"/>
                  </a:solidFill>
                  <a:latin typeface="Microsoft YaHei"/>
                </a:rPr>
                <a:t> </a:t>
              </a:r>
              <a:r>
                <a:rPr sz="850" b="0" dirty="0" err="1">
                  <a:solidFill>
                    <a:srgbClr val="253342"/>
                  </a:solidFill>
                  <a:latin typeface="Microsoft YaHei"/>
                </a:rPr>
                <a:t>FuelCell</a:t>
              </a:r>
              <a:r>
                <a:rPr sz="850" b="0" dirty="0">
                  <a:solidFill>
                    <a:srgbClr val="253342"/>
                  </a:solidFill>
                  <a:latin typeface="Microsoft YaHei"/>
                </a:rPr>
                <a:t> / </a:t>
              </a:r>
              <a:r>
                <a:rPr sz="850" b="0" dirty="0" err="1">
                  <a:solidFill>
                    <a:srgbClr val="253342"/>
                  </a:solidFill>
                  <a:latin typeface="Microsoft YaHei"/>
                </a:rPr>
                <a:t>Simscape</a:t>
              </a:r>
              <a:r>
                <a:rPr sz="850" b="0" dirty="0">
                  <a:solidFill>
                    <a:srgbClr val="253342"/>
                  </a:solidFill>
                  <a:latin typeface="Microsoft YaHei"/>
                </a:rPr>
                <a:t> </a:t>
              </a:r>
              <a:r>
                <a:rPr sz="850" b="0" dirty="0" err="1">
                  <a:solidFill>
                    <a:srgbClr val="253342"/>
                  </a:solidFill>
                  <a:latin typeface="Microsoft YaHei"/>
                </a:rPr>
                <a:t>网络</a:t>
              </a:r>
              <a:endParaRPr sz="850" b="0" dirty="0">
                <a:solidFill>
                  <a:srgbClr val="253342"/>
                </a:solidFill>
                <a:latin typeface="Microsoft YaHei"/>
              </a:endParaRPr>
            </a:p>
          </p:txBody>
        </p:sp>
        <p:sp>
          <p:nvSpPr>
            <p:cNvPr id="82" name="Rectangle 38">
              <a:extLst>
                <a:ext uri="{FF2B5EF4-FFF2-40B4-BE49-F238E27FC236}">
                  <a16:creationId xmlns:a16="http://schemas.microsoft.com/office/drawing/2014/main" id="{36970405-2EC5-97AC-CBE6-3FC0D271CD7D}"/>
                </a:ext>
              </a:extLst>
            </p:cNvPr>
            <p:cNvSpPr/>
            <p:nvPr/>
          </p:nvSpPr>
          <p:spPr>
            <a:xfrm>
              <a:off x="411480" y="6327648"/>
              <a:ext cx="73152" cy="384048"/>
            </a:xfrm>
            <a:prstGeom prst="rect">
              <a:avLst/>
            </a:prstGeom>
            <a:solidFill>
              <a:srgbClr val="003B90"/>
            </a:solidFill>
            <a:ln>
              <a:solidFill>
                <a:srgbClr val="003B9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83" name="Rounded Rectangle 39">
              <a:extLst>
                <a:ext uri="{FF2B5EF4-FFF2-40B4-BE49-F238E27FC236}">
                  <a16:creationId xmlns:a16="http://schemas.microsoft.com/office/drawing/2014/main" id="{8EABAC77-8596-E804-5B91-399B273437A2}"/>
                </a:ext>
              </a:extLst>
            </p:cNvPr>
            <p:cNvSpPr/>
            <p:nvPr/>
          </p:nvSpPr>
          <p:spPr>
            <a:xfrm>
              <a:off x="4160520" y="6327648"/>
              <a:ext cx="3566160" cy="384048"/>
            </a:xfrm>
            <a:prstGeom prst="roundRect">
              <a:avLst/>
            </a:prstGeom>
            <a:solidFill>
              <a:srgbClr val="E6F5F6"/>
            </a:solidFill>
            <a:ln w="7620">
              <a:solidFill>
                <a:srgbClr val="CBD4D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118872" tIns="59436" rIns="118872" bIns="59436" rtlCol="0" anchor="ctr"/>
            <a:lstStyle/>
            <a:p>
              <a:pPr algn="ctr"/>
              <a:r>
                <a:rPr sz="850" b="0" dirty="0" err="1">
                  <a:solidFill>
                    <a:srgbClr val="253342"/>
                  </a:solidFill>
                  <a:latin typeface="Microsoft YaHei"/>
                </a:rPr>
                <a:t>系统级耦合</a:t>
              </a:r>
              <a:r>
                <a:rPr sz="850" b="0" dirty="0">
                  <a:solidFill>
                    <a:srgbClr val="253342"/>
                  </a:solidFill>
                  <a:latin typeface="Microsoft YaHei"/>
                </a:rPr>
                <a:t>  |  </a:t>
              </a:r>
              <a:r>
                <a:rPr sz="850" b="0" dirty="0" err="1">
                  <a:solidFill>
                    <a:srgbClr val="253342"/>
                  </a:solidFill>
                  <a:latin typeface="Microsoft YaHei"/>
                </a:rPr>
                <a:t>气体</a:t>
              </a:r>
              <a:r>
                <a:rPr sz="850" b="0" dirty="0">
                  <a:solidFill>
                    <a:srgbClr val="253342"/>
                  </a:solidFill>
                  <a:latin typeface="Microsoft YaHei"/>
                </a:rPr>
                <a:t> · 水 · 热 · </a:t>
              </a:r>
              <a:r>
                <a:rPr sz="850" b="0" dirty="0" err="1">
                  <a:solidFill>
                    <a:srgbClr val="253342"/>
                  </a:solidFill>
                  <a:latin typeface="Microsoft YaHei"/>
                </a:rPr>
                <a:t>电与控制共同求解</a:t>
              </a:r>
              <a:endParaRPr sz="850" b="0" dirty="0">
                <a:solidFill>
                  <a:srgbClr val="253342"/>
                </a:solidFill>
                <a:latin typeface="Microsoft YaHei"/>
              </a:endParaRPr>
            </a:p>
          </p:txBody>
        </p:sp>
        <p:sp>
          <p:nvSpPr>
            <p:cNvPr id="84" name="Rectangle 40">
              <a:extLst>
                <a:ext uri="{FF2B5EF4-FFF2-40B4-BE49-F238E27FC236}">
                  <a16:creationId xmlns:a16="http://schemas.microsoft.com/office/drawing/2014/main" id="{C5170E9A-FEAE-7EB5-E25F-3CB3324DBA03}"/>
                </a:ext>
              </a:extLst>
            </p:cNvPr>
            <p:cNvSpPr/>
            <p:nvPr/>
          </p:nvSpPr>
          <p:spPr>
            <a:xfrm>
              <a:off x="4160520" y="6327648"/>
              <a:ext cx="73152" cy="384048"/>
            </a:xfrm>
            <a:prstGeom prst="rect">
              <a:avLst/>
            </a:prstGeom>
            <a:solidFill>
              <a:srgbClr val="007E8A"/>
            </a:solidFill>
            <a:ln>
              <a:solidFill>
                <a:srgbClr val="007E8A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85" name="Rounded Rectangle 41">
              <a:extLst>
                <a:ext uri="{FF2B5EF4-FFF2-40B4-BE49-F238E27FC236}">
                  <a16:creationId xmlns:a16="http://schemas.microsoft.com/office/drawing/2014/main" id="{5EE0666F-FE4F-1243-893D-2F63998A1BB4}"/>
                </a:ext>
              </a:extLst>
            </p:cNvPr>
            <p:cNvSpPr/>
            <p:nvPr/>
          </p:nvSpPr>
          <p:spPr>
            <a:xfrm>
              <a:off x="7909560" y="6327648"/>
              <a:ext cx="3703320" cy="384048"/>
            </a:xfrm>
            <a:prstGeom prst="roundRect">
              <a:avLst/>
            </a:prstGeom>
            <a:solidFill>
              <a:srgbClr val="FFF4D6"/>
            </a:solidFill>
            <a:ln w="7620">
              <a:solidFill>
                <a:srgbClr val="CBD4D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118872" tIns="59436" rIns="118872" bIns="59436" rtlCol="0" anchor="ctr"/>
            <a:lstStyle/>
            <a:p>
              <a:pPr algn="ctr"/>
              <a:r>
                <a:rPr sz="850" b="0" dirty="0" err="1">
                  <a:solidFill>
                    <a:srgbClr val="253342"/>
                  </a:solidFill>
                  <a:latin typeface="Microsoft YaHei"/>
                </a:rPr>
                <a:t>边界清晰</a:t>
              </a:r>
              <a:r>
                <a:rPr sz="850" b="0" dirty="0">
                  <a:solidFill>
                    <a:srgbClr val="253342"/>
                  </a:solidFill>
                  <a:latin typeface="Microsoft YaHei"/>
                </a:rPr>
                <a:t>  |  </a:t>
              </a:r>
              <a:r>
                <a:rPr sz="850" b="0" dirty="0" err="1">
                  <a:solidFill>
                    <a:srgbClr val="253342"/>
                  </a:solidFill>
                  <a:latin typeface="Microsoft YaHei"/>
                </a:rPr>
                <a:t>部件效率与能力</a:t>
              </a:r>
              <a:r>
                <a:rPr lang="zh-CN" altLang="en-US" sz="850" b="0" dirty="0">
                  <a:solidFill>
                    <a:srgbClr val="253342"/>
                  </a:solidFill>
                  <a:latin typeface="Microsoft YaHei"/>
                </a:rPr>
                <a:t>输入成为实际系统的虚拟样机</a:t>
              </a:r>
              <a:endParaRPr sz="850" b="0" dirty="0">
                <a:solidFill>
                  <a:srgbClr val="253342"/>
                </a:solidFill>
                <a:latin typeface="Microsoft YaHei"/>
              </a:endParaRPr>
            </a:p>
          </p:txBody>
        </p:sp>
        <p:sp>
          <p:nvSpPr>
            <p:cNvPr id="86" name="Rectangle 42">
              <a:extLst>
                <a:ext uri="{FF2B5EF4-FFF2-40B4-BE49-F238E27FC236}">
                  <a16:creationId xmlns:a16="http://schemas.microsoft.com/office/drawing/2014/main" id="{D1AB2218-B685-E5AB-9C24-5D47B83E1E17}"/>
                </a:ext>
              </a:extLst>
            </p:cNvPr>
            <p:cNvSpPr/>
            <p:nvPr/>
          </p:nvSpPr>
          <p:spPr>
            <a:xfrm>
              <a:off x="7909560" y="6327648"/>
              <a:ext cx="73152" cy="384048"/>
            </a:xfrm>
            <a:prstGeom prst="rect">
              <a:avLst/>
            </a:prstGeom>
            <a:solidFill>
              <a:srgbClr val="D99000"/>
            </a:solidFill>
            <a:ln>
              <a:solidFill>
                <a:srgbClr val="D99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90" name="Rectangle 1">
            <a:extLst>
              <a:ext uri="{FF2B5EF4-FFF2-40B4-BE49-F238E27FC236}">
                <a16:creationId xmlns:a16="http://schemas.microsoft.com/office/drawing/2014/main" id="{A338BC75-7D7A-5E96-DAFD-483A08CFE0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67836" y="3732642"/>
            <a:ext cx="3493329" cy="209345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en-US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说明：</a:t>
            </a:r>
            <a:endParaRPr kumimoji="0" lang="en-US" altLang="zh-CN" sz="11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采用 N2、O2、H2 和 H2O 四组分物理网络，耦合 MEA 电化学反应、气体传输、水蒸气迁移与热管理，计算电堆电压、功率、温度及反应物流状态。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在官方系统基础上，模型新增阴极尾气循环（cEGR）支路，将阴极排气经背压、水管理与可控回流阀返回压缩机入口，并与空气供给、OER、氧过量系数和电堆负载共同闭环。</a:t>
            </a:r>
            <a:endParaRPr kumimoji="0" lang="en-US" altLang="zh-CN" sz="11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91" name="Rounded Rectangle 29">
            <a:extLst>
              <a:ext uri="{FF2B5EF4-FFF2-40B4-BE49-F238E27FC236}">
                <a16:creationId xmlns:a16="http://schemas.microsoft.com/office/drawing/2014/main" id="{DB92BF4C-F021-3D78-1453-31CA0D894C1B}"/>
              </a:ext>
            </a:extLst>
          </p:cNvPr>
          <p:cNvSpPr/>
          <p:nvPr/>
        </p:nvSpPr>
        <p:spPr>
          <a:xfrm>
            <a:off x="8321040" y="1561500"/>
            <a:ext cx="3291840" cy="1917812"/>
          </a:xfrm>
          <a:prstGeom prst="roundRect">
            <a:avLst/>
          </a:prstGeom>
          <a:solidFill>
            <a:srgbClr val="F2F5F7"/>
          </a:solidFill>
          <a:ln w="11430">
            <a:solidFill>
              <a:srgbClr val="CBD4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2" name="TextBox 30">
            <a:extLst>
              <a:ext uri="{FF2B5EF4-FFF2-40B4-BE49-F238E27FC236}">
                <a16:creationId xmlns:a16="http://schemas.microsoft.com/office/drawing/2014/main" id="{9EB22F8D-2965-8407-345D-9CCDDCAAA6E9}"/>
              </a:ext>
            </a:extLst>
          </p:cNvPr>
          <p:cNvSpPr txBox="1"/>
          <p:nvPr/>
        </p:nvSpPr>
        <p:spPr>
          <a:xfrm>
            <a:off x="8595361" y="1648935"/>
            <a:ext cx="2697480" cy="301752"/>
          </a:xfrm>
          <a:prstGeom prst="rect">
            <a:avLst/>
          </a:prstGeom>
          <a:noFill/>
        </p:spPr>
        <p:txBody>
          <a:bodyPr wrap="square" lIns="54864" tIns="27432" rIns="54864" bIns="27432" anchor="ctr">
            <a:spAutoFit/>
          </a:bodyPr>
          <a:lstStyle/>
          <a:p>
            <a:pPr algn="ctr"/>
            <a:r>
              <a:rPr sz="1600" b="1" dirty="0" err="1">
                <a:solidFill>
                  <a:srgbClr val="253342"/>
                </a:solidFill>
                <a:latin typeface="Microsoft YaHei"/>
              </a:rPr>
              <a:t>控制与观测</a:t>
            </a:r>
            <a:endParaRPr sz="1600" b="1" dirty="0">
              <a:solidFill>
                <a:srgbClr val="253342"/>
              </a:solidFill>
              <a:latin typeface="Microsoft YaHei"/>
            </a:endParaRPr>
          </a:p>
        </p:txBody>
      </p:sp>
      <p:cxnSp>
        <p:nvCxnSpPr>
          <p:cNvPr id="93" name="Connector 31">
            <a:extLst>
              <a:ext uri="{FF2B5EF4-FFF2-40B4-BE49-F238E27FC236}">
                <a16:creationId xmlns:a16="http://schemas.microsoft.com/office/drawing/2014/main" id="{B4B7CE6C-6786-3237-6794-B8F6841B8A5C}"/>
              </a:ext>
            </a:extLst>
          </p:cNvPr>
          <p:cNvCxnSpPr/>
          <p:nvPr/>
        </p:nvCxnSpPr>
        <p:spPr>
          <a:xfrm>
            <a:off x="8622793" y="2025416"/>
            <a:ext cx="2670048" cy="0"/>
          </a:xfrm>
          <a:prstGeom prst="line">
            <a:avLst/>
          </a:prstGeom>
          <a:ln w="7620">
            <a:solidFill>
              <a:srgbClr val="CBD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4" name="TextBox 32">
            <a:extLst>
              <a:ext uri="{FF2B5EF4-FFF2-40B4-BE49-F238E27FC236}">
                <a16:creationId xmlns:a16="http://schemas.microsoft.com/office/drawing/2014/main" id="{77C6829D-48BC-C117-00BD-50872443F11E}"/>
              </a:ext>
            </a:extLst>
          </p:cNvPr>
          <p:cNvSpPr txBox="1"/>
          <p:nvPr/>
        </p:nvSpPr>
        <p:spPr>
          <a:xfrm>
            <a:off x="8604505" y="2216861"/>
            <a:ext cx="2697480" cy="996363"/>
          </a:xfrm>
          <a:prstGeom prst="rect">
            <a:avLst/>
          </a:prstGeom>
          <a:noFill/>
        </p:spPr>
        <p:txBody>
          <a:bodyPr wrap="square" lIns="54864" tIns="27432" rIns="54864" bIns="27432" anchor="ctr">
            <a:spAutoFit/>
          </a:bodyPr>
          <a:lstStyle/>
          <a:p>
            <a:pPr algn="l">
              <a:lnSpc>
                <a:spcPct val="150000"/>
              </a:lnSpc>
            </a:pPr>
            <a:r>
              <a:rPr lang="zh-CN" altLang="en-US" sz="1050" b="0" dirty="0">
                <a:solidFill>
                  <a:srgbClr val="63717E"/>
                </a:solidFill>
                <a:latin typeface="Microsoft YaHei"/>
              </a:rPr>
              <a:t>（</a:t>
            </a:r>
            <a:r>
              <a:rPr lang="en-US" altLang="zh-CN" sz="1050" b="0" dirty="0">
                <a:solidFill>
                  <a:srgbClr val="63717E"/>
                </a:solidFill>
                <a:latin typeface="Microsoft YaHei"/>
              </a:rPr>
              <a:t>1</a:t>
            </a:r>
            <a:r>
              <a:rPr lang="zh-CN" altLang="en-US" sz="1050" b="0" dirty="0">
                <a:solidFill>
                  <a:srgbClr val="63717E"/>
                </a:solidFill>
                <a:latin typeface="Microsoft YaHei"/>
              </a:rPr>
              <a:t>）</a:t>
            </a:r>
            <a:r>
              <a:rPr sz="1050" b="0" dirty="0">
                <a:solidFill>
                  <a:srgbClr val="63717E"/>
                </a:solidFill>
                <a:latin typeface="Microsoft YaHei"/>
              </a:rPr>
              <a:t>  </a:t>
            </a:r>
            <a:r>
              <a:rPr sz="1050" b="0" dirty="0" err="1">
                <a:solidFill>
                  <a:srgbClr val="63717E"/>
                </a:solidFill>
                <a:latin typeface="Microsoft YaHei"/>
              </a:rPr>
              <a:t>负载</a:t>
            </a:r>
            <a:r>
              <a:rPr sz="1050" b="0" dirty="0">
                <a:solidFill>
                  <a:srgbClr val="63717E"/>
                </a:solidFill>
                <a:latin typeface="Microsoft YaHei"/>
              </a:rPr>
              <a:t> / </a:t>
            </a:r>
            <a:r>
              <a:rPr sz="1050" b="0" dirty="0" err="1">
                <a:solidFill>
                  <a:srgbClr val="63717E"/>
                </a:solidFill>
                <a:latin typeface="Microsoft YaHei"/>
              </a:rPr>
              <a:t>空气</a:t>
            </a:r>
            <a:r>
              <a:rPr sz="1050" b="0" dirty="0">
                <a:solidFill>
                  <a:srgbClr val="63717E"/>
                </a:solidFill>
                <a:latin typeface="Microsoft YaHei"/>
              </a:rPr>
              <a:t> / </a:t>
            </a:r>
            <a:r>
              <a:rPr sz="1050" b="0" dirty="0" err="1">
                <a:solidFill>
                  <a:srgbClr val="63717E"/>
                </a:solidFill>
                <a:latin typeface="Microsoft YaHei"/>
              </a:rPr>
              <a:t>cEGR</a:t>
            </a:r>
            <a:r>
              <a:rPr sz="1050" b="0" dirty="0">
                <a:solidFill>
                  <a:srgbClr val="63717E"/>
                </a:solidFill>
                <a:latin typeface="Microsoft YaHei"/>
              </a:rPr>
              <a:t> / </a:t>
            </a:r>
            <a:r>
              <a:rPr sz="1050" b="0" dirty="0" err="1">
                <a:solidFill>
                  <a:srgbClr val="63717E"/>
                </a:solidFill>
                <a:latin typeface="Microsoft YaHei"/>
              </a:rPr>
              <a:t>背压</a:t>
            </a:r>
            <a:r>
              <a:rPr sz="1050" b="0" dirty="0">
                <a:solidFill>
                  <a:srgbClr val="63717E"/>
                </a:solidFill>
                <a:latin typeface="Microsoft YaHei"/>
              </a:rPr>
              <a:t> / </a:t>
            </a:r>
            <a:r>
              <a:rPr sz="1050" b="0" dirty="0" err="1">
                <a:solidFill>
                  <a:srgbClr val="63717E"/>
                </a:solidFill>
                <a:latin typeface="Microsoft YaHei"/>
              </a:rPr>
              <a:t>热管理</a:t>
            </a:r>
            <a:r>
              <a:rPr sz="1050" b="0" dirty="0">
                <a:solidFill>
                  <a:srgbClr val="63717E"/>
                </a:solidFill>
                <a:latin typeface="Microsoft YaHei"/>
              </a:rPr>
              <a:t>
</a:t>
            </a:r>
            <a:r>
              <a:rPr lang="zh-CN" altLang="en-US" sz="1050" b="0" dirty="0">
                <a:solidFill>
                  <a:srgbClr val="63717E"/>
                </a:solidFill>
                <a:latin typeface="Microsoft YaHei"/>
              </a:rPr>
              <a:t>（</a:t>
            </a:r>
            <a:r>
              <a:rPr lang="en-US" altLang="zh-CN" sz="1050" b="0" dirty="0">
                <a:solidFill>
                  <a:srgbClr val="63717E"/>
                </a:solidFill>
                <a:latin typeface="Microsoft YaHei"/>
              </a:rPr>
              <a:t>2</a:t>
            </a:r>
            <a:r>
              <a:rPr lang="zh-CN" altLang="en-US" sz="1050" b="0" dirty="0">
                <a:solidFill>
                  <a:srgbClr val="63717E"/>
                </a:solidFill>
                <a:latin typeface="Microsoft YaHei"/>
              </a:rPr>
              <a:t>）</a:t>
            </a:r>
            <a:r>
              <a:rPr sz="1050" b="0" dirty="0">
                <a:solidFill>
                  <a:srgbClr val="63717E"/>
                </a:solidFill>
                <a:latin typeface="Microsoft YaHei"/>
              </a:rPr>
              <a:t>  </a:t>
            </a:r>
            <a:r>
              <a:rPr sz="1050" b="0" dirty="0" err="1">
                <a:solidFill>
                  <a:srgbClr val="63717E"/>
                </a:solidFill>
                <a:latin typeface="Microsoft YaHei"/>
              </a:rPr>
              <a:t>环境与边界条件</a:t>
            </a:r>
            <a:r>
              <a:rPr sz="1050" b="0" dirty="0">
                <a:solidFill>
                  <a:srgbClr val="63717E"/>
                </a:solidFill>
                <a:latin typeface="Microsoft YaHei"/>
              </a:rPr>
              <a:t>
</a:t>
            </a:r>
            <a:r>
              <a:rPr lang="zh-CN" altLang="en-US" sz="1050" b="0" dirty="0">
                <a:solidFill>
                  <a:srgbClr val="63717E"/>
                </a:solidFill>
                <a:latin typeface="Microsoft YaHei"/>
              </a:rPr>
              <a:t>（</a:t>
            </a:r>
            <a:r>
              <a:rPr lang="en-US" altLang="zh-CN" sz="1050" b="0" dirty="0">
                <a:solidFill>
                  <a:srgbClr val="63717E"/>
                </a:solidFill>
                <a:latin typeface="Microsoft YaHei"/>
              </a:rPr>
              <a:t>3</a:t>
            </a:r>
            <a:r>
              <a:rPr lang="zh-CN" altLang="en-US" sz="1050" b="0" dirty="0">
                <a:solidFill>
                  <a:srgbClr val="63717E"/>
                </a:solidFill>
                <a:latin typeface="Microsoft YaHei"/>
              </a:rPr>
              <a:t>）</a:t>
            </a:r>
            <a:r>
              <a:rPr sz="1050" b="0" dirty="0">
                <a:solidFill>
                  <a:srgbClr val="63717E"/>
                </a:solidFill>
                <a:latin typeface="Microsoft YaHei"/>
              </a:rPr>
              <a:t>  </a:t>
            </a:r>
            <a:r>
              <a:rPr sz="1050" b="0" dirty="0" err="1">
                <a:solidFill>
                  <a:srgbClr val="63717E"/>
                </a:solidFill>
                <a:latin typeface="Microsoft YaHei"/>
              </a:rPr>
              <a:t>控制可用测量</a:t>
            </a:r>
            <a:r>
              <a:rPr sz="1050" b="0" dirty="0">
                <a:solidFill>
                  <a:srgbClr val="63717E"/>
                </a:solidFill>
                <a:latin typeface="Microsoft YaHei"/>
              </a:rPr>
              <a:t>
</a:t>
            </a:r>
            <a:r>
              <a:rPr lang="zh-CN" altLang="en-US" sz="1050" b="0" dirty="0">
                <a:solidFill>
                  <a:srgbClr val="63717E"/>
                </a:solidFill>
                <a:latin typeface="Microsoft YaHei"/>
              </a:rPr>
              <a:t>（</a:t>
            </a:r>
            <a:r>
              <a:rPr lang="en-US" altLang="zh-CN" sz="1050" b="0" dirty="0">
                <a:solidFill>
                  <a:srgbClr val="63717E"/>
                </a:solidFill>
                <a:latin typeface="Microsoft YaHei"/>
              </a:rPr>
              <a:t>4</a:t>
            </a:r>
            <a:r>
              <a:rPr lang="zh-CN" altLang="en-US" sz="1050" b="0" dirty="0">
                <a:solidFill>
                  <a:srgbClr val="63717E"/>
                </a:solidFill>
                <a:latin typeface="Microsoft YaHei"/>
              </a:rPr>
              <a:t>）</a:t>
            </a:r>
            <a:r>
              <a:rPr sz="1050" b="0" dirty="0">
                <a:solidFill>
                  <a:srgbClr val="63717E"/>
                </a:solidFill>
                <a:latin typeface="Microsoft YaHei"/>
              </a:rPr>
              <a:t>  </a:t>
            </a:r>
            <a:r>
              <a:rPr sz="1050" b="0" dirty="0" err="1">
                <a:solidFill>
                  <a:srgbClr val="63717E"/>
                </a:solidFill>
                <a:latin typeface="Microsoft YaHei"/>
              </a:rPr>
              <a:t>守恒、状态与执行器审计</a:t>
            </a:r>
            <a:endParaRPr sz="1050" b="0" dirty="0">
              <a:solidFill>
                <a:srgbClr val="63717E"/>
              </a:solidFill>
              <a:latin typeface="Microsoft YaHei"/>
            </a:endParaRPr>
          </a:p>
        </p:txBody>
      </p:sp>
      <p:sp>
        <p:nvSpPr>
          <p:cNvPr id="4" name="TextBox 30">
            <a:extLst>
              <a:ext uri="{FF2B5EF4-FFF2-40B4-BE49-F238E27FC236}">
                <a16:creationId xmlns:a16="http://schemas.microsoft.com/office/drawing/2014/main" id="{3D7779DA-4DE4-E6D7-805E-8A7440CE20EA}"/>
              </a:ext>
            </a:extLst>
          </p:cNvPr>
          <p:cNvSpPr txBox="1"/>
          <p:nvPr/>
        </p:nvSpPr>
        <p:spPr>
          <a:xfrm>
            <a:off x="541551" y="1647414"/>
            <a:ext cx="2697480" cy="301752"/>
          </a:xfrm>
          <a:prstGeom prst="rect">
            <a:avLst/>
          </a:prstGeom>
          <a:noFill/>
        </p:spPr>
        <p:txBody>
          <a:bodyPr wrap="square" lIns="54864" tIns="27432" rIns="54864" bIns="27432" anchor="ctr">
            <a:spAutoFit/>
          </a:bodyPr>
          <a:lstStyle/>
          <a:p>
            <a:pPr algn="l"/>
            <a:r>
              <a:rPr lang="zh-CN" altLang="en-US" sz="1600" b="1" dirty="0">
                <a:latin typeface="Microsoft YaHei"/>
              </a:rPr>
              <a:t>通用型系统结构</a:t>
            </a:r>
          </a:p>
        </p:txBody>
      </p:sp>
    </p:spTree>
    <p:extLst>
      <p:ext uri="{BB962C8B-B14F-4D97-AF65-F5344CB8AC3E}">
        <p14:creationId xmlns:p14="http://schemas.microsoft.com/office/powerpoint/2010/main" val="41058524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>
            <a:extLst>
              <a:ext uri="{FF2B5EF4-FFF2-40B4-BE49-F238E27FC236}">
                <a16:creationId xmlns:a16="http://schemas.microsoft.com/office/drawing/2014/main" id="{2C348ADD-09C5-6EBA-E0DF-320F53F2C3E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44B12FD-7E7C-BD61-05DB-2F5CE718237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F38FDADA-5823-9868-E96A-44CD2E4A33A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31318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438912" y="201168"/>
            <a:ext cx="9875520" cy="347472"/>
          </a:xfrm>
          <a:prstGeom prst="rect">
            <a:avLst/>
          </a:prstGeom>
          <a:noFill/>
        </p:spPr>
        <p:txBody>
          <a:bodyPr wrap="square" lIns="54864" tIns="27432" rIns="54864" bIns="27432" anchor="ctr">
            <a:spAutoFit/>
          </a:bodyPr>
          <a:lstStyle/>
          <a:p>
            <a:pPr algn="l"/>
            <a:r>
              <a:rPr sz="2400" b="1" dirty="0">
                <a:solidFill>
                  <a:srgbClr val="003B90"/>
                </a:solidFill>
                <a:latin typeface="Microsoft YaHei"/>
              </a:rPr>
              <a:t>Stage 1 </a:t>
            </a:r>
            <a:r>
              <a:rPr sz="2400" b="1" dirty="0" err="1">
                <a:solidFill>
                  <a:srgbClr val="003B90"/>
                </a:solidFill>
                <a:latin typeface="Microsoft YaHei"/>
              </a:rPr>
              <a:t>已验证能力、研发用途与协同需求</a:t>
            </a:r>
            <a:endParaRPr sz="2400" b="1" dirty="0">
              <a:solidFill>
                <a:srgbClr val="003B90"/>
              </a:solidFill>
              <a:latin typeface="Microsoft YaHei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57200" y="621792"/>
            <a:ext cx="10515600" cy="274320"/>
          </a:xfrm>
          <a:prstGeom prst="rect">
            <a:avLst/>
          </a:prstGeom>
          <a:noFill/>
        </p:spPr>
        <p:txBody>
          <a:bodyPr wrap="square" lIns="54864" tIns="27432" rIns="54864" bIns="27432" anchor="ctr">
            <a:spAutoFit/>
          </a:bodyPr>
          <a:lstStyle/>
          <a:p>
            <a:pPr algn="l"/>
            <a:r>
              <a:rPr sz="1050" b="0" dirty="0" err="1">
                <a:solidFill>
                  <a:srgbClr val="63717E"/>
                </a:solidFill>
                <a:latin typeface="Microsoft YaHei"/>
              </a:rPr>
              <a:t>只展示已完成的系统级证据；部件效率、喘振、分离效率及完整热管理能力仍待项目数据验证</a:t>
            </a:r>
            <a:endParaRPr sz="1050" b="0" dirty="0">
              <a:solidFill>
                <a:srgbClr val="63717E"/>
              </a:solidFill>
              <a:latin typeface="Microsoft YaHei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1384280" y="210312"/>
            <a:ext cx="384048" cy="256032"/>
          </a:xfrm>
          <a:prstGeom prst="rect">
            <a:avLst/>
          </a:prstGeom>
          <a:noFill/>
        </p:spPr>
        <p:txBody>
          <a:bodyPr wrap="square" lIns="54864" tIns="27432" rIns="54864" bIns="27432" anchor="ctr">
            <a:spAutoFit/>
          </a:bodyPr>
          <a:lstStyle/>
          <a:p>
            <a:pPr algn="r"/>
            <a:r>
              <a:rPr sz="1000" b="0">
                <a:solidFill>
                  <a:srgbClr val="63717E"/>
                </a:solidFill>
                <a:latin typeface="Microsoft YaHei"/>
              </a:rPr>
              <a:t>02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" y="1097280"/>
            <a:ext cx="11292840" cy="384048"/>
          </a:xfrm>
          <a:prstGeom prst="roundRect">
            <a:avLst/>
          </a:prstGeom>
          <a:solidFill>
            <a:srgbClr val="EEF4F9"/>
          </a:solidFill>
          <a:ln w="7620">
            <a:solidFill>
              <a:srgbClr val="D7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100" b="1">
                <a:solidFill>
                  <a:srgbClr val="003B90"/>
                </a:solidFill>
                <a:latin typeface="Microsoft YaHei"/>
              </a:rPr>
              <a:t>同一 mode=1 保存运行态初值  |  恒 28 A  |  cEGR 0 / 0.10 / 0.30  |  600 s 研究时长  |  尾窗 [540,600) 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11480" y="1627632"/>
            <a:ext cx="5212080" cy="2514600"/>
          </a:xfrm>
          <a:prstGeom prst="roundRect">
            <a:avLst/>
          </a:prstGeom>
          <a:solidFill>
            <a:srgbClr val="FBFCFD"/>
          </a:solidFill>
          <a:ln w="10160">
            <a:solidFill>
              <a:srgbClr val="D7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76072" y="1719072"/>
            <a:ext cx="4882896" cy="210312"/>
          </a:xfrm>
          <a:prstGeom prst="rect">
            <a:avLst/>
          </a:prstGeom>
          <a:noFill/>
        </p:spPr>
        <p:txBody>
          <a:bodyPr wrap="square" lIns="54864" tIns="27432" rIns="54864" bIns="27432" anchor="ctr">
            <a:spAutoFit/>
          </a:bodyPr>
          <a:lstStyle/>
          <a:p>
            <a:pPr algn="l"/>
            <a:r>
              <a:rPr sz="1250" b="1">
                <a:solidFill>
                  <a:srgbClr val="003B90"/>
                </a:solidFill>
                <a:latin typeface="Microsoft YaHei"/>
              </a:rPr>
              <a:t>恒 28 A：cEGR 比矩阵已验证结果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76072" y="1965960"/>
            <a:ext cx="4882896" cy="182880"/>
          </a:xfrm>
          <a:prstGeom prst="rect">
            <a:avLst/>
          </a:prstGeom>
          <a:noFill/>
        </p:spPr>
        <p:txBody>
          <a:bodyPr wrap="square" lIns="54864" tIns="27432" rIns="54864" bIns="27432" anchor="ctr">
            <a:spAutoFit/>
          </a:bodyPr>
          <a:lstStyle/>
          <a:p>
            <a:pPr algn="l"/>
            <a:r>
              <a:rPr sz="860" b="0">
                <a:solidFill>
                  <a:srgbClr val="63717E"/>
                </a:solidFill>
                <a:latin typeface="Microsoft YaHei"/>
              </a:rPr>
              <a:t>同一运行态初值，600 s，尾窗 [540,600) 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94360" y="2231136"/>
            <a:ext cx="1700784" cy="338328"/>
          </a:xfrm>
          <a:prstGeom prst="rect">
            <a:avLst/>
          </a:prstGeom>
          <a:solidFill>
            <a:srgbClr val="F2F5F7"/>
          </a:solidFill>
          <a:ln>
            <a:solidFill>
              <a:srgbClr val="F2F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950" b="1">
                <a:solidFill>
                  <a:srgbClr val="63717E"/>
                </a:solidFill>
                <a:latin typeface="Microsoft YaHei"/>
              </a:rPr>
              <a:t>尾窗均值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295144" y="2231136"/>
            <a:ext cx="1048511" cy="338328"/>
          </a:xfrm>
          <a:prstGeom prst="rect">
            <a:avLst/>
          </a:prstGeom>
          <a:solidFill>
            <a:srgbClr val="E8F1FA"/>
          </a:solidFill>
          <a:ln>
            <a:solidFill>
              <a:srgbClr val="E8F1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950" b="1">
                <a:solidFill>
                  <a:srgbClr val="003B90"/>
                </a:solidFill>
                <a:latin typeface="Microsoft YaHei"/>
              </a:rPr>
              <a:t>cEGR 0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343656" y="2231136"/>
            <a:ext cx="1048511" cy="338328"/>
          </a:xfrm>
          <a:prstGeom prst="rect">
            <a:avLst/>
          </a:prstGeom>
          <a:solidFill>
            <a:srgbClr val="E8F1FA"/>
          </a:solidFill>
          <a:ln>
            <a:solidFill>
              <a:srgbClr val="E8F1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950" b="1">
                <a:solidFill>
                  <a:srgbClr val="003B90"/>
                </a:solidFill>
                <a:latin typeface="Microsoft YaHei"/>
              </a:rPr>
              <a:t>cEGR 0.10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392167" y="2231136"/>
            <a:ext cx="1048511" cy="338328"/>
          </a:xfrm>
          <a:prstGeom prst="rect">
            <a:avLst/>
          </a:prstGeom>
          <a:solidFill>
            <a:srgbClr val="E4F4F7"/>
          </a:solidFill>
          <a:ln>
            <a:solidFill>
              <a:srgbClr val="E4F4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950" b="1">
                <a:solidFill>
                  <a:srgbClr val="007E8A"/>
                </a:solidFill>
                <a:latin typeface="Microsoft YaHei"/>
              </a:rPr>
              <a:t>cEGR 0.30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94360" y="2569464"/>
            <a:ext cx="1700784" cy="338328"/>
          </a:xfrm>
          <a:prstGeom prst="rect">
            <a:avLst/>
          </a:prstGeom>
          <a:solidFill>
            <a:srgbClr val="F6F8FA"/>
          </a:solidFill>
          <a:ln w="508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l"/>
            <a:r>
              <a:rPr sz="880" b="1">
                <a:solidFill>
                  <a:srgbClr val="63717E"/>
                </a:solidFill>
                <a:latin typeface="Microsoft YaHei"/>
              </a:rPr>
              <a:t>堆电压 (V)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295144" y="2569464"/>
            <a:ext cx="1048511" cy="338328"/>
          </a:xfrm>
          <a:prstGeom prst="rect">
            <a:avLst/>
          </a:prstGeom>
          <a:solidFill>
            <a:srgbClr val="FFFFFF"/>
          </a:solidFill>
          <a:ln w="5080">
            <a:solidFill>
              <a:srgbClr val="E4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050" b="1">
                <a:solidFill>
                  <a:srgbClr val="003B90"/>
                </a:solidFill>
                <a:latin typeface="Microsoft YaHei"/>
              </a:rPr>
              <a:t>424.7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343656" y="2569464"/>
            <a:ext cx="1048511" cy="338328"/>
          </a:xfrm>
          <a:prstGeom prst="rect">
            <a:avLst/>
          </a:prstGeom>
          <a:solidFill>
            <a:srgbClr val="FFFFFF"/>
          </a:solidFill>
          <a:ln w="5080">
            <a:solidFill>
              <a:srgbClr val="E4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050" b="1">
                <a:solidFill>
                  <a:srgbClr val="007E8A"/>
                </a:solidFill>
                <a:latin typeface="Microsoft YaHei"/>
              </a:rPr>
              <a:t>423.9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392167" y="2569464"/>
            <a:ext cx="1048511" cy="338328"/>
          </a:xfrm>
          <a:prstGeom prst="rect">
            <a:avLst/>
          </a:prstGeom>
          <a:solidFill>
            <a:srgbClr val="FFFFFF"/>
          </a:solidFill>
          <a:ln w="5080">
            <a:solidFill>
              <a:srgbClr val="E4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050" b="1">
                <a:solidFill>
                  <a:srgbClr val="C00000"/>
                </a:solidFill>
                <a:latin typeface="Microsoft YaHei"/>
              </a:rPr>
              <a:t>421.4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94360" y="2907791"/>
            <a:ext cx="1700784" cy="338328"/>
          </a:xfrm>
          <a:prstGeom prst="rect">
            <a:avLst/>
          </a:prstGeom>
          <a:solidFill>
            <a:srgbClr val="F6F8FA"/>
          </a:solidFill>
          <a:ln w="508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l"/>
            <a:r>
              <a:rPr sz="880" b="1">
                <a:solidFill>
                  <a:srgbClr val="63717E"/>
                </a:solidFill>
                <a:latin typeface="Microsoft YaHei"/>
              </a:rPr>
              <a:t>堆功率 (kW)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295144" y="2907791"/>
            <a:ext cx="1048511" cy="338328"/>
          </a:xfrm>
          <a:prstGeom prst="rect">
            <a:avLst/>
          </a:prstGeom>
          <a:solidFill>
            <a:srgbClr val="FFFFFF"/>
          </a:solidFill>
          <a:ln w="5080">
            <a:solidFill>
              <a:srgbClr val="E4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050" b="1">
                <a:solidFill>
                  <a:srgbClr val="003B90"/>
                </a:solidFill>
                <a:latin typeface="Microsoft YaHei"/>
              </a:rPr>
              <a:t>11.892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343656" y="2907791"/>
            <a:ext cx="1048511" cy="338328"/>
          </a:xfrm>
          <a:prstGeom prst="rect">
            <a:avLst/>
          </a:prstGeom>
          <a:solidFill>
            <a:srgbClr val="FFFFFF"/>
          </a:solidFill>
          <a:ln w="5080">
            <a:solidFill>
              <a:srgbClr val="E4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050" b="1">
                <a:solidFill>
                  <a:srgbClr val="007E8A"/>
                </a:solidFill>
                <a:latin typeface="Microsoft YaHei"/>
              </a:rPr>
              <a:t>11.869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392167" y="2907791"/>
            <a:ext cx="1048511" cy="338328"/>
          </a:xfrm>
          <a:prstGeom prst="rect">
            <a:avLst/>
          </a:prstGeom>
          <a:solidFill>
            <a:srgbClr val="FFFFFF"/>
          </a:solidFill>
          <a:ln w="5080">
            <a:solidFill>
              <a:srgbClr val="E4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050" b="1" dirty="0">
                <a:solidFill>
                  <a:srgbClr val="C00000"/>
                </a:solidFill>
                <a:latin typeface="Microsoft YaHei"/>
              </a:rPr>
              <a:t>11.798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94360" y="3246120"/>
            <a:ext cx="1700784" cy="338328"/>
          </a:xfrm>
          <a:prstGeom prst="rect">
            <a:avLst/>
          </a:prstGeom>
          <a:solidFill>
            <a:srgbClr val="F6F8FA"/>
          </a:solidFill>
          <a:ln w="508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l"/>
            <a:r>
              <a:rPr sz="880" b="1">
                <a:solidFill>
                  <a:srgbClr val="63717E"/>
                </a:solidFill>
                <a:latin typeface="Microsoft YaHei"/>
              </a:rPr>
              <a:t>入堆 O2 质量分数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295144" y="3246120"/>
            <a:ext cx="1048511" cy="338328"/>
          </a:xfrm>
          <a:prstGeom prst="rect">
            <a:avLst/>
          </a:prstGeom>
          <a:solidFill>
            <a:srgbClr val="FFFFFF"/>
          </a:solidFill>
          <a:ln w="5080">
            <a:solidFill>
              <a:srgbClr val="E4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050" b="1">
                <a:solidFill>
                  <a:srgbClr val="003B90"/>
                </a:solidFill>
                <a:latin typeface="Microsoft YaHei"/>
              </a:rPr>
              <a:t>0.2159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343656" y="3246120"/>
            <a:ext cx="1048511" cy="338328"/>
          </a:xfrm>
          <a:prstGeom prst="rect">
            <a:avLst/>
          </a:prstGeom>
          <a:solidFill>
            <a:srgbClr val="FFFFFF"/>
          </a:solidFill>
          <a:ln w="5080">
            <a:solidFill>
              <a:srgbClr val="E4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050" b="1">
                <a:solidFill>
                  <a:srgbClr val="007E8A"/>
                </a:solidFill>
                <a:latin typeface="Microsoft YaHei"/>
              </a:rPr>
              <a:t>0.2060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392167" y="3246120"/>
            <a:ext cx="1048511" cy="338328"/>
          </a:xfrm>
          <a:prstGeom prst="rect">
            <a:avLst/>
          </a:prstGeom>
          <a:solidFill>
            <a:srgbClr val="FFFFFF"/>
          </a:solidFill>
          <a:ln w="5080">
            <a:solidFill>
              <a:srgbClr val="E4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050" b="1">
                <a:solidFill>
                  <a:srgbClr val="C00000"/>
                </a:solidFill>
                <a:latin typeface="Microsoft YaHei"/>
              </a:rPr>
              <a:t>0.1752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94360" y="3584448"/>
            <a:ext cx="1700784" cy="338328"/>
          </a:xfrm>
          <a:prstGeom prst="rect">
            <a:avLst/>
          </a:prstGeom>
          <a:solidFill>
            <a:srgbClr val="F6F8FA"/>
          </a:solidFill>
          <a:ln w="508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l"/>
            <a:r>
              <a:rPr sz="880" b="1">
                <a:solidFill>
                  <a:srgbClr val="63717E"/>
                </a:solidFill>
                <a:latin typeface="Microsoft YaHei"/>
              </a:rPr>
              <a:t>lambda_ca_in 最低值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295144" y="3584448"/>
            <a:ext cx="1048511" cy="338328"/>
          </a:xfrm>
          <a:prstGeom prst="rect">
            <a:avLst/>
          </a:prstGeom>
          <a:solidFill>
            <a:srgbClr val="FFFFFF"/>
          </a:solidFill>
          <a:ln w="5080">
            <a:solidFill>
              <a:srgbClr val="E4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050" b="1">
                <a:solidFill>
                  <a:srgbClr val="003B90"/>
                </a:solidFill>
                <a:latin typeface="Microsoft YaHei"/>
              </a:rPr>
              <a:t>4.20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343656" y="3584448"/>
            <a:ext cx="1048511" cy="338328"/>
          </a:xfrm>
          <a:prstGeom prst="rect">
            <a:avLst/>
          </a:prstGeom>
          <a:solidFill>
            <a:srgbClr val="FFFFFF"/>
          </a:solidFill>
          <a:ln w="5080">
            <a:solidFill>
              <a:srgbClr val="E4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050" b="1">
                <a:solidFill>
                  <a:srgbClr val="007E8A"/>
                </a:solidFill>
                <a:latin typeface="Microsoft YaHei"/>
              </a:rPr>
              <a:t>4.06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392167" y="3584448"/>
            <a:ext cx="1048511" cy="338328"/>
          </a:xfrm>
          <a:prstGeom prst="rect">
            <a:avLst/>
          </a:prstGeom>
          <a:solidFill>
            <a:srgbClr val="FFFFFF"/>
          </a:solidFill>
          <a:ln w="5080">
            <a:solidFill>
              <a:srgbClr val="E4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050" b="1">
                <a:solidFill>
                  <a:srgbClr val="C00000"/>
                </a:solidFill>
                <a:latin typeface="Microsoft YaHei"/>
              </a:rPr>
              <a:t>3.62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12648" y="3867912"/>
            <a:ext cx="4809744" cy="182880"/>
          </a:xfrm>
          <a:prstGeom prst="rect">
            <a:avLst/>
          </a:prstGeom>
          <a:noFill/>
        </p:spPr>
        <p:txBody>
          <a:bodyPr wrap="square" lIns="54864" tIns="27432" rIns="54864" bIns="27432" anchor="ctr">
            <a:spAutoFit/>
          </a:bodyPr>
          <a:lstStyle/>
          <a:p>
            <a:pPr algn="l"/>
            <a:r>
              <a:rPr sz="830" b="0" dirty="0">
                <a:solidFill>
                  <a:srgbClr val="63717E"/>
                </a:solidFill>
                <a:latin typeface="Microsoft YaHei"/>
              </a:rPr>
              <a:t>随 </a:t>
            </a:r>
            <a:r>
              <a:rPr sz="830" b="0" dirty="0" err="1">
                <a:solidFill>
                  <a:srgbClr val="63717E"/>
                </a:solidFill>
                <a:latin typeface="Microsoft YaHei"/>
              </a:rPr>
              <a:t>cEGR</a:t>
            </a:r>
            <a:r>
              <a:rPr sz="830" b="0" dirty="0">
                <a:solidFill>
                  <a:srgbClr val="63717E"/>
                </a:solidFill>
                <a:latin typeface="Microsoft YaHei"/>
              </a:rPr>
              <a:t> </a:t>
            </a:r>
            <a:r>
              <a:rPr sz="830" b="0" dirty="0" err="1">
                <a:solidFill>
                  <a:srgbClr val="63717E"/>
                </a:solidFill>
                <a:latin typeface="Microsoft YaHei"/>
              </a:rPr>
              <a:t>提高，当前同相位对照下入堆氧浓度、电压与功率下降；所有案例保持有限并通过现行门</a:t>
            </a:r>
            <a:r>
              <a:rPr sz="830" b="0" dirty="0">
                <a:solidFill>
                  <a:srgbClr val="63717E"/>
                </a:solidFill>
                <a:latin typeface="Microsoft YaHei"/>
              </a:rPr>
              <a:t>。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02920" y="4050791"/>
            <a:ext cx="4956048" cy="256032"/>
          </a:xfrm>
          <a:prstGeom prst="rect">
            <a:avLst/>
          </a:prstGeom>
          <a:noFill/>
        </p:spPr>
        <p:txBody>
          <a:bodyPr wrap="square" lIns="54864" tIns="27432" rIns="54864" bIns="27432" anchor="ctr">
            <a:spAutoFit/>
          </a:bodyPr>
          <a:lstStyle/>
          <a:p>
            <a:pPr algn="l"/>
            <a:r>
              <a:rPr sz="819" b="0">
                <a:solidFill>
                  <a:srgbClr val="63717E"/>
                </a:solidFill>
                <a:latin typeface="Microsoft YaHei"/>
              </a:rPr>
              <a:t>数据来自已完成的 v03/mode=1 三点矩阵；未将该结果外推为压缩机或分离器能力。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833872" y="1627632"/>
            <a:ext cx="1828800" cy="804672"/>
          </a:xfrm>
          <a:prstGeom prst="roundRect">
            <a:avLst/>
          </a:prstGeom>
          <a:solidFill>
            <a:srgbClr val="E8F1FA"/>
          </a:solidFill>
          <a:ln w="7620">
            <a:solidFill>
              <a:srgbClr val="CBD4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5833872" y="1627632"/>
            <a:ext cx="73152" cy="804672"/>
          </a:xfrm>
          <a:prstGeom prst="rect">
            <a:avLst/>
          </a:prstGeom>
          <a:solidFill>
            <a:srgbClr val="003B90"/>
          </a:solidFill>
          <a:ln>
            <a:solidFill>
              <a:srgbClr val="003B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5998464" y="1728216"/>
            <a:ext cx="1572768" cy="256032"/>
          </a:xfrm>
          <a:prstGeom prst="rect">
            <a:avLst/>
          </a:prstGeom>
          <a:noFill/>
        </p:spPr>
        <p:txBody>
          <a:bodyPr wrap="square" lIns="54864" tIns="27432" rIns="54864" bIns="27432" anchor="ctr">
            <a:spAutoFit/>
          </a:bodyPr>
          <a:lstStyle/>
          <a:p>
            <a:pPr algn="l"/>
            <a:r>
              <a:rPr sz="1150" b="1">
                <a:solidFill>
                  <a:srgbClr val="003B90"/>
                </a:solidFill>
                <a:latin typeface="Microsoft YaHei"/>
              </a:rPr>
              <a:t>实际 cEGR 跟踪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998464" y="2011680"/>
            <a:ext cx="1572768" cy="347472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930" b="0">
                <a:solidFill>
                  <a:srgbClr val="253342"/>
                </a:solidFill>
                <a:latin typeface="Microsoft YaHei"/>
              </a:rPr>
              <a:t>0 / 0.10 / 0.30 三点均通过当前跟踪门。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7863840" y="1627632"/>
            <a:ext cx="1828800" cy="804672"/>
          </a:xfrm>
          <a:prstGeom prst="roundRect">
            <a:avLst/>
          </a:prstGeom>
          <a:solidFill>
            <a:srgbClr val="E6F5F6"/>
          </a:solidFill>
          <a:ln w="7620">
            <a:solidFill>
              <a:srgbClr val="CBD4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7863840" y="1627632"/>
            <a:ext cx="73152" cy="804672"/>
          </a:xfrm>
          <a:prstGeom prst="rect">
            <a:avLst/>
          </a:prstGeom>
          <a:solidFill>
            <a:srgbClr val="007E8A"/>
          </a:solidFill>
          <a:ln>
            <a:solidFill>
              <a:srgbClr val="007E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8028431" y="1728216"/>
            <a:ext cx="1572768" cy="256032"/>
          </a:xfrm>
          <a:prstGeom prst="rect">
            <a:avLst/>
          </a:prstGeom>
          <a:noFill/>
        </p:spPr>
        <p:txBody>
          <a:bodyPr wrap="square" lIns="54864" tIns="27432" rIns="54864" bIns="27432" anchor="ctr">
            <a:spAutoFit/>
          </a:bodyPr>
          <a:lstStyle/>
          <a:p>
            <a:pPr algn="l"/>
            <a:r>
              <a:rPr sz="1150" b="1">
                <a:solidFill>
                  <a:srgbClr val="007E8A"/>
                </a:solidFill>
                <a:latin typeface="Microsoft YaHei"/>
              </a:rPr>
              <a:t>供氧与阀边界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028431" y="2011680"/>
            <a:ext cx="1572768" cy="347472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930" b="0" dirty="0" err="1">
                <a:solidFill>
                  <a:srgbClr val="253342"/>
                </a:solidFill>
                <a:latin typeface="Microsoft YaHei"/>
              </a:rPr>
              <a:t>lambda_ca_in</a:t>
            </a:r>
            <a:r>
              <a:rPr sz="930" b="0" dirty="0">
                <a:solidFill>
                  <a:srgbClr val="253342"/>
                </a:solidFill>
                <a:latin typeface="Microsoft YaHei"/>
              </a:rPr>
              <a:t> </a:t>
            </a:r>
            <a:r>
              <a:rPr sz="930" b="0" dirty="0" err="1">
                <a:solidFill>
                  <a:srgbClr val="253342"/>
                </a:solidFill>
                <a:latin typeface="Microsoft YaHei"/>
              </a:rPr>
              <a:t>最低</a:t>
            </a:r>
            <a:r>
              <a:rPr sz="930" b="0" dirty="0">
                <a:solidFill>
                  <a:srgbClr val="253342"/>
                </a:solidFill>
                <a:latin typeface="Microsoft YaHei"/>
              </a:rPr>
              <a:t> 3.62；阀压差为正且未饱和。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9893808" y="1627632"/>
            <a:ext cx="1828800" cy="804672"/>
          </a:xfrm>
          <a:prstGeom prst="roundRect">
            <a:avLst/>
          </a:prstGeom>
          <a:solidFill>
            <a:srgbClr val="E8F5EF"/>
          </a:solidFill>
          <a:ln w="7620">
            <a:solidFill>
              <a:srgbClr val="CBD4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Rectangle 43"/>
          <p:cNvSpPr/>
          <p:nvPr/>
        </p:nvSpPr>
        <p:spPr>
          <a:xfrm>
            <a:off x="9893808" y="1627632"/>
            <a:ext cx="73152" cy="804672"/>
          </a:xfrm>
          <a:prstGeom prst="rect">
            <a:avLst/>
          </a:prstGeom>
          <a:solidFill>
            <a:srgbClr val="1E7B53"/>
          </a:solidFill>
          <a:ln>
            <a:solidFill>
              <a:srgbClr val="1E7B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10058400" y="1728216"/>
            <a:ext cx="1572768" cy="256032"/>
          </a:xfrm>
          <a:prstGeom prst="rect">
            <a:avLst/>
          </a:prstGeom>
          <a:noFill/>
        </p:spPr>
        <p:txBody>
          <a:bodyPr wrap="square" lIns="54864" tIns="27432" rIns="54864" bIns="27432" anchor="ctr">
            <a:spAutoFit/>
          </a:bodyPr>
          <a:lstStyle/>
          <a:p>
            <a:pPr algn="l"/>
            <a:r>
              <a:rPr sz="1150" b="1" dirty="0" err="1">
                <a:solidFill>
                  <a:srgbClr val="1E7B53"/>
                </a:solidFill>
                <a:latin typeface="Microsoft YaHei"/>
              </a:rPr>
              <a:t>守恒与水管理</a:t>
            </a:r>
            <a:endParaRPr sz="1150" b="1" dirty="0">
              <a:solidFill>
                <a:srgbClr val="1E7B53"/>
              </a:solidFill>
              <a:latin typeface="Microsoft YaHei"/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10058400" y="2011680"/>
            <a:ext cx="1572768" cy="347472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910" b="0" dirty="0">
                <a:solidFill>
                  <a:srgbClr val="253342"/>
                </a:solidFill>
                <a:latin typeface="Microsoft YaHei"/>
              </a:rPr>
              <a:t>N2/O2、O2 </a:t>
            </a:r>
            <a:r>
              <a:rPr sz="910" b="0" dirty="0" err="1">
                <a:solidFill>
                  <a:srgbClr val="253342"/>
                </a:solidFill>
                <a:latin typeface="Microsoft YaHei"/>
              </a:rPr>
              <a:t>法拉第消耗与</a:t>
            </a:r>
            <a:r>
              <a:rPr sz="910" b="0" dirty="0">
                <a:solidFill>
                  <a:srgbClr val="253342"/>
                </a:solidFill>
                <a:latin typeface="Microsoft YaHei"/>
              </a:rPr>
              <a:t> WM-L1+ </a:t>
            </a:r>
            <a:r>
              <a:rPr sz="910" b="0" dirty="0" err="1">
                <a:solidFill>
                  <a:srgbClr val="253342"/>
                </a:solidFill>
                <a:latin typeface="Microsoft YaHei"/>
              </a:rPr>
              <a:t>气相水账本通过</a:t>
            </a:r>
            <a:r>
              <a:rPr sz="910" b="0" dirty="0">
                <a:solidFill>
                  <a:srgbClr val="253342"/>
                </a:solidFill>
                <a:latin typeface="Microsoft YaHei"/>
              </a:rPr>
              <a:t>。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5833872" y="2615184"/>
            <a:ext cx="5888736" cy="1216152"/>
          </a:xfrm>
          <a:prstGeom prst="roundRect">
            <a:avLst/>
          </a:prstGeom>
          <a:solidFill>
            <a:srgbClr val="F6F9FC"/>
          </a:solidFill>
          <a:ln w="7620">
            <a:solidFill>
              <a:srgbClr val="CBD4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Rectangle 47"/>
          <p:cNvSpPr/>
          <p:nvPr/>
        </p:nvSpPr>
        <p:spPr>
          <a:xfrm>
            <a:off x="5833872" y="2615184"/>
            <a:ext cx="73152" cy="1216152"/>
          </a:xfrm>
          <a:prstGeom prst="rect">
            <a:avLst/>
          </a:prstGeom>
          <a:solidFill>
            <a:srgbClr val="003B90"/>
          </a:solidFill>
          <a:ln>
            <a:solidFill>
              <a:srgbClr val="003B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5998464" y="2715768"/>
            <a:ext cx="5632704" cy="256032"/>
          </a:xfrm>
          <a:prstGeom prst="rect">
            <a:avLst/>
          </a:prstGeom>
          <a:noFill/>
        </p:spPr>
        <p:txBody>
          <a:bodyPr wrap="square" lIns="54864" tIns="27432" rIns="54864" bIns="27432" anchor="ctr">
            <a:spAutoFit/>
          </a:bodyPr>
          <a:lstStyle/>
          <a:p>
            <a:pPr algn="l"/>
            <a:r>
              <a:rPr sz="1250" b="1" dirty="0" err="1">
                <a:solidFill>
                  <a:srgbClr val="003B90"/>
                </a:solidFill>
                <a:latin typeface="Microsoft YaHei"/>
              </a:rPr>
              <a:t>当前能给项目研发的具体输出</a:t>
            </a:r>
            <a:endParaRPr sz="1250" b="1" dirty="0">
              <a:solidFill>
                <a:srgbClr val="003B90"/>
              </a:solidFill>
              <a:latin typeface="Microsoft YaHei"/>
            </a:endParaRPr>
          </a:p>
        </p:txBody>
      </p:sp>
      <p:sp>
        <p:nvSpPr>
          <p:cNvPr id="50" name="TextBox 49"/>
          <p:cNvSpPr txBox="1"/>
          <p:nvPr/>
        </p:nvSpPr>
        <p:spPr>
          <a:xfrm>
            <a:off x="5998464" y="2999232"/>
            <a:ext cx="5632704" cy="758952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1070" b="0" dirty="0" err="1">
                <a:solidFill>
                  <a:srgbClr val="253342"/>
                </a:solidFill>
                <a:latin typeface="Microsoft YaHei"/>
              </a:rPr>
              <a:t>系统性能：电压、功率、氧计量、温湿压与热响应</a:t>
            </a:r>
            <a:r>
              <a:rPr sz="1070" b="0" dirty="0">
                <a:solidFill>
                  <a:srgbClr val="253342"/>
                </a:solidFill>
                <a:latin typeface="Microsoft YaHei"/>
              </a:rPr>
              <a:t>。
</a:t>
            </a:r>
            <a:r>
              <a:rPr sz="1070" b="0" dirty="0" err="1">
                <a:solidFill>
                  <a:srgbClr val="253342"/>
                </a:solidFill>
                <a:latin typeface="Microsoft YaHei"/>
              </a:rPr>
              <a:t>设备匹配：空气</a:t>
            </a:r>
            <a:r>
              <a:rPr sz="1070" b="0" dirty="0">
                <a:solidFill>
                  <a:srgbClr val="253342"/>
                </a:solidFill>
                <a:latin typeface="Microsoft YaHei"/>
              </a:rPr>
              <a:t>/</a:t>
            </a:r>
            <a:r>
              <a:rPr sz="1070" b="0" dirty="0" err="1">
                <a:solidFill>
                  <a:srgbClr val="253342"/>
                </a:solidFill>
                <a:latin typeface="Microsoft YaHei"/>
              </a:rPr>
              <a:t>回流流量、阀压差和开度、背压与边界需求</a:t>
            </a:r>
            <a:r>
              <a:rPr sz="1070" b="0" dirty="0">
                <a:solidFill>
                  <a:srgbClr val="253342"/>
                </a:solidFill>
                <a:latin typeface="Microsoft YaHei"/>
              </a:rPr>
              <a:t>。
</a:t>
            </a:r>
            <a:r>
              <a:rPr sz="1070" b="0" dirty="0" err="1">
                <a:solidFill>
                  <a:srgbClr val="253342"/>
                </a:solidFill>
                <a:latin typeface="Microsoft YaHei"/>
              </a:rPr>
              <a:t>策略开发：负载、空气</a:t>
            </a:r>
            <a:r>
              <a:rPr sz="1070" b="0" dirty="0">
                <a:solidFill>
                  <a:srgbClr val="253342"/>
                </a:solidFill>
                <a:latin typeface="Microsoft YaHei"/>
              </a:rPr>
              <a:t>/</a:t>
            </a:r>
            <a:r>
              <a:rPr sz="1070" b="0" dirty="0" err="1">
                <a:solidFill>
                  <a:srgbClr val="253342"/>
                </a:solidFill>
                <a:latin typeface="Microsoft YaHei"/>
              </a:rPr>
              <a:t>OER、cEGR、背压和热管理控制逻辑的联合验证</a:t>
            </a:r>
            <a:r>
              <a:rPr sz="1070" b="0" dirty="0">
                <a:solidFill>
                  <a:srgbClr val="253342"/>
                </a:solidFill>
                <a:latin typeface="Microsoft YaHei"/>
              </a:rPr>
              <a:t>。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411480" y="4535424"/>
            <a:ext cx="11311128" cy="1417320"/>
          </a:xfrm>
          <a:prstGeom prst="roundRect">
            <a:avLst/>
          </a:prstGeom>
          <a:solidFill>
            <a:srgbClr val="FFF8EA"/>
          </a:solidFill>
          <a:ln w="10160">
            <a:solidFill>
              <a:srgbClr val="E6C8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640080" y="4663440"/>
            <a:ext cx="3246120" cy="237744"/>
          </a:xfrm>
          <a:prstGeom prst="rect">
            <a:avLst/>
          </a:prstGeom>
          <a:noFill/>
        </p:spPr>
        <p:txBody>
          <a:bodyPr wrap="square" lIns="54864" tIns="27432" rIns="54864" bIns="27432" anchor="ctr">
            <a:spAutoFit/>
          </a:bodyPr>
          <a:lstStyle/>
          <a:p>
            <a:pPr algn="l"/>
            <a:r>
              <a:rPr sz="1250" b="1">
                <a:solidFill>
                  <a:srgbClr val="D99000"/>
                </a:solidFill>
                <a:latin typeface="Microsoft YaHei"/>
              </a:rPr>
              <a:t>进入项目研发，需要协同支持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658368" y="4992624"/>
            <a:ext cx="3429000" cy="713232"/>
          </a:xfrm>
          <a:prstGeom prst="roundRect">
            <a:avLst/>
          </a:prstGeom>
          <a:solidFill>
            <a:srgbClr val="FFFDF7"/>
          </a:solidFill>
          <a:ln w="7620">
            <a:solidFill>
              <a:srgbClr val="CBD4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Rectangle 53"/>
          <p:cNvSpPr/>
          <p:nvPr/>
        </p:nvSpPr>
        <p:spPr>
          <a:xfrm>
            <a:off x="658368" y="4992624"/>
            <a:ext cx="73152" cy="713232"/>
          </a:xfrm>
          <a:prstGeom prst="rect">
            <a:avLst/>
          </a:prstGeom>
          <a:solidFill>
            <a:srgbClr val="D99000"/>
          </a:solidFill>
          <a:ln>
            <a:solidFill>
              <a:srgbClr val="D99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822959" y="5093208"/>
            <a:ext cx="3172968" cy="256032"/>
          </a:xfrm>
          <a:prstGeom prst="rect">
            <a:avLst/>
          </a:prstGeom>
          <a:noFill/>
        </p:spPr>
        <p:txBody>
          <a:bodyPr wrap="square" lIns="54864" tIns="27432" rIns="54864" bIns="27432" anchor="ctr">
            <a:spAutoFit/>
          </a:bodyPr>
          <a:lstStyle/>
          <a:p>
            <a:pPr algn="l"/>
            <a:r>
              <a:rPr sz="1150" b="1">
                <a:solidFill>
                  <a:srgbClr val="D99000"/>
                </a:solidFill>
                <a:latin typeface="Microsoft YaHei"/>
              </a:rPr>
              <a:t>1  固定首个项目边界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22959" y="5376672"/>
            <a:ext cx="3172968" cy="256032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960" b="0">
                <a:solidFill>
                  <a:srgbClr val="253342"/>
                </a:solidFill>
                <a:latin typeface="Microsoft YaHei"/>
              </a:rPr>
              <a:t>目标电堆 / 功率等级、负载谱、环境与 cEGR 研究目标。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4361688" y="4992624"/>
            <a:ext cx="3429000" cy="713232"/>
          </a:xfrm>
          <a:prstGeom prst="roundRect">
            <a:avLst/>
          </a:prstGeom>
          <a:solidFill>
            <a:srgbClr val="FFFDF7"/>
          </a:solidFill>
          <a:ln w="7620">
            <a:solidFill>
              <a:srgbClr val="CBD4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Rectangle 57"/>
          <p:cNvSpPr/>
          <p:nvPr/>
        </p:nvSpPr>
        <p:spPr>
          <a:xfrm>
            <a:off x="4361688" y="4992624"/>
            <a:ext cx="73152" cy="713232"/>
          </a:xfrm>
          <a:prstGeom prst="rect">
            <a:avLst/>
          </a:prstGeom>
          <a:solidFill>
            <a:srgbClr val="D99000"/>
          </a:solidFill>
          <a:ln>
            <a:solidFill>
              <a:srgbClr val="D99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4526279" y="5093208"/>
            <a:ext cx="3172968" cy="256032"/>
          </a:xfrm>
          <a:prstGeom prst="rect">
            <a:avLst/>
          </a:prstGeom>
          <a:noFill/>
        </p:spPr>
        <p:txBody>
          <a:bodyPr wrap="square" lIns="54864" tIns="27432" rIns="54864" bIns="27432" anchor="ctr">
            <a:spAutoFit/>
          </a:bodyPr>
          <a:lstStyle/>
          <a:p>
            <a:pPr algn="l"/>
            <a:r>
              <a:rPr sz="1150" b="1" dirty="0">
                <a:solidFill>
                  <a:srgbClr val="D99000"/>
                </a:solidFill>
                <a:latin typeface="Microsoft YaHei"/>
              </a:rPr>
              <a:t>2  </a:t>
            </a:r>
            <a:r>
              <a:rPr sz="1150" b="1" dirty="0" err="1">
                <a:solidFill>
                  <a:srgbClr val="D99000"/>
                </a:solidFill>
                <a:latin typeface="Microsoft YaHei"/>
              </a:rPr>
              <a:t>提供关键部件与试验数据</a:t>
            </a:r>
            <a:endParaRPr sz="1150" b="1" dirty="0">
              <a:solidFill>
                <a:srgbClr val="D99000"/>
              </a:solidFill>
              <a:latin typeface="Microsoft YaHei"/>
            </a:endParaRPr>
          </a:p>
        </p:txBody>
      </p:sp>
      <p:sp>
        <p:nvSpPr>
          <p:cNvPr id="60" name="TextBox 59"/>
          <p:cNvSpPr txBox="1"/>
          <p:nvPr/>
        </p:nvSpPr>
        <p:spPr>
          <a:xfrm>
            <a:off x="4526279" y="5376672"/>
            <a:ext cx="3172968" cy="256032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930" b="0" dirty="0" err="1">
                <a:solidFill>
                  <a:srgbClr val="253342"/>
                </a:solidFill>
                <a:latin typeface="Microsoft YaHei"/>
              </a:rPr>
              <a:t>压缩机地图、阀</a:t>
            </a:r>
            <a:r>
              <a:rPr sz="930" b="0" dirty="0">
                <a:solidFill>
                  <a:srgbClr val="253342"/>
                </a:solidFill>
                <a:latin typeface="Microsoft YaHei"/>
              </a:rPr>
              <a:t>/</a:t>
            </a:r>
            <a:r>
              <a:rPr sz="930" b="0" dirty="0" err="1">
                <a:solidFill>
                  <a:srgbClr val="253342"/>
                </a:solidFill>
                <a:latin typeface="Microsoft YaHei"/>
              </a:rPr>
              <a:t>管路压降、加湿</a:t>
            </a:r>
            <a:r>
              <a:rPr sz="930" b="0" dirty="0">
                <a:solidFill>
                  <a:srgbClr val="253342"/>
                </a:solidFill>
                <a:latin typeface="Microsoft YaHei"/>
              </a:rPr>
              <a:t>/</a:t>
            </a:r>
            <a:r>
              <a:rPr sz="930" b="0" dirty="0" err="1">
                <a:solidFill>
                  <a:srgbClr val="253342"/>
                </a:solidFill>
                <a:latin typeface="Microsoft YaHei"/>
              </a:rPr>
              <a:t>冷却边界、堆</a:t>
            </a:r>
            <a:r>
              <a:rPr sz="930" b="0" dirty="0">
                <a:solidFill>
                  <a:srgbClr val="253342"/>
                </a:solidFill>
                <a:latin typeface="Microsoft YaHei"/>
              </a:rPr>
              <a:t> I-V </a:t>
            </a:r>
            <a:r>
              <a:rPr sz="930" b="0" dirty="0" err="1">
                <a:solidFill>
                  <a:srgbClr val="253342"/>
                </a:solidFill>
                <a:latin typeface="Microsoft YaHei"/>
              </a:rPr>
              <a:t>与气路测量</a:t>
            </a:r>
            <a:r>
              <a:rPr sz="930" b="0" dirty="0">
                <a:solidFill>
                  <a:srgbClr val="253342"/>
                </a:solidFill>
                <a:latin typeface="Microsoft YaHei"/>
              </a:rPr>
              <a:t>。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8065008" y="4992624"/>
            <a:ext cx="3429000" cy="713232"/>
          </a:xfrm>
          <a:prstGeom prst="roundRect">
            <a:avLst/>
          </a:prstGeom>
          <a:solidFill>
            <a:srgbClr val="FFFDF7"/>
          </a:solidFill>
          <a:ln w="7620">
            <a:solidFill>
              <a:srgbClr val="CBD4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Rectangle 61"/>
          <p:cNvSpPr/>
          <p:nvPr/>
        </p:nvSpPr>
        <p:spPr>
          <a:xfrm>
            <a:off x="8065008" y="4992624"/>
            <a:ext cx="73152" cy="713232"/>
          </a:xfrm>
          <a:prstGeom prst="rect">
            <a:avLst/>
          </a:prstGeom>
          <a:solidFill>
            <a:srgbClr val="D99000"/>
          </a:solidFill>
          <a:ln>
            <a:solidFill>
              <a:srgbClr val="D99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8229600" y="5093208"/>
            <a:ext cx="3172968" cy="256032"/>
          </a:xfrm>
          <a:prstGeom prst="rect">
            <a:avLst/>
          </a:prstGeom>
          <a:noFill/>
        </p:spPr>
        <p:txBody>
          <a:bodyPr wrap="square" lIns="54864" tIns="27432" rIns="54864" bIns="27432" anchor="ctr">
            <a:spAutoFit/>
          </a:bodyPr>
          <a:lstStyle/>
          <a:p>
            <a:pPr algn="l"/>
            <a:r>
              <a:rPr sz="1150" b="1">
                <a:solidFill>
                  <a:srgbClr val="D99000"/>
                </a:solidFill>
                <a:latin typeface="Microsoft YaHei"/>
              </a:rPr>
              <a:t>3  建立联合验证工作包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8229600" y="5376672"/>
            <a:ext cx="3172968" cy="256032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/>
            <a:r>
              <a:rPr sz="960" b="0" dirty="0" err="1">
                <a:solidFill>
                  <a:srgbClr val="253342"/>
                </a:solidFill>
                <a:latin typeface="Microsoft YaHei"/>
              </a:rPr>
              <a:t>明确实验接口、数据责任人与最小验证工况，形成模型-试验闭环</a:t>
            </a:r>
            <a:r>
              <a:rPr sz="960" b="0" dirty="0">
                <a:solidFill>
                  <a:srgbClr val="253342"/>
                </a:solidFill>
                <a:latin typeface="Microsoft YaHei"/>
              </a:rPr>
              <a:t>。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484632" y="6163056"/>
            <a:ext cx="11109960" cy="292608"/>
          </a:xfrm>
          <a:prstGeom prst="rect">
            <a:avLst/>
          </a:prstGeom>
          <a:noFill/>
        </p:spPr>
        <p:txBody>
          <a:bodyPr wrap="square" lIns="54864" tIns="27432" rIns="54864" bIns="27432" anchor="ctr">
            <a:spAutoFit/>
          </a:bodyPr>
          <a:lstStyle/>
          <a:p>
            <a:pPr algn="ctr"/>
            <a:r>
              <a:rPr sz="1200" b="1" dirty="0" err="1">
                <a:solidFill>
                  <a:srgbClr val="003B90"/>
                </a:solidFill>
                <a:latin typeface="Microsoft YaHei"/>
              </a:rPr>
              <a:t>下一步：恒流多负载矩阵</a:t>
            </a:r>
            <a:r>
              <a:rPr sz="1200" b="1" dirty="0">
                <a:solidFill>
                  <a:srgbClr val="003B90"/>
                </a:solidFill>
                <a:latin typeface="Microsoft YaHei"/>
              </a:rPr>
              <a:t>  →  </a:t>
            </a:r>
            <a:r>
              <a:rPr sz="1200" b="1" dirty="0" err="1">
                <a:solidFill>
                  <a:srgbClr val="003B90"/>
                </a:solidFill>
                <a:latin typeface="Microsoft YaHei"/>
              </a:rPr>
              <a:t>恒功率能力验证</a:t>
            </a:r>
            <a:r>
              <a:rPr sz="1200" b="1" dirty="0">
                <a:solidFill>
                  <a:srgbClr val="003B90"/>
                </a:solidFill>
                <a:latin typeface="Microsoft YaHei"/>
              </a:rPr>
              <a:t>  →  </a:t>
            </a:r>
            <a:r>
              <a:rPr sz="1200" b="1" dirty="0" err="1">
                <a:solidFill>
                  <a:srgbClr val="003B90"/>
                </a:solidFill>
                <a:latin typeface="Microsoft YaHei"/>
              </a:rPr>
              <a:t>恒压控制接口设计与最小回归</a:t>
            </a:r>
            <a:endParaRPr sz="1200" b="1" dirty="0">
              <a:solidFill>
                <a:srgbClr val="003B90"/>
              </a:solidFill>
              <a:latin typeface="Microsoft YaHe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解放PPT配色方案">
      <a:dk1>
        <a:srgbClr val="000000"/>
      </a:dk1>
      <a:lt1>
        <a:sysClr val="window" lastClr="FFFFFF"/>
      </a:lt1>
      <a:dk2>
        <a:srgbClr val="000000"/>
      </a:dk2>
      <a:lt2>
        <a:srgbClr val="FFFFFF"/>
      </a:lt2>
      <a:accent1>
        <a:srgbClr val="003B90"/>
      </a:accent1>
      <a:accent2>
        <a:srgbClr val="A7A9AC"/>
      </a:accent2>
      <a:accent3>
        <a:srgbClr val="C00000"/>
      </a:accent3>
      <a:accent4>
        <a:srgbClr val="FFFFFF"/>
      </a:accent4>
      <a:accent5>
        <a:srgbClr val="FFFFFF"/>
      </a:accent5>
      <a:accent6>
        <a:srgbClr val="FFFFFF"/>
      </a:accent6>
      <a:hlink>
        <a:srgbClr val="FFFFFF"/>
      </a:hlink>
      <a:folHlink>
        <a:srgbClr val="FFFFFF"/>
      </a:folHlink>
    </a:clrScheme>
    <a:fontScheme name="Office 主题​​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>
        <a:ln w="28575">
          <a:solidFill>
            <a:srgbClr val="003B90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3_默认设计模板">
  <a:themeElements>
    <a:clrScheme name="自定义 1">
      <a:dk1>
        <a:srgbClr val="1E4E79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雅黑">
      <a:majorFont>
        <a:latin typeface="Arial Black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66">
            <a:alpha val="80000"/>
          </a:srgbClr>
        </a:solidFill>
        <a:ln>
          <a:solidFill>
            <a:srgbClr val="FFFF66"/>
          </a:solidFill>
        </a:ln>
      </a:spPr>
      <a:bodyPr rtlCol="0" anchor="ctr">
        <a:noAutofit/>
      </a:bodyPr>
      <a:lstStyle>
        <a:defPPr algn="ctr">
          <a:defRPr sz="1600" dirty="0">
            <a:solidFill>
              <a:srgbClr val="FF0000"/>
            </a:solidFill>
            <a:latin typeface="微软雅黑" panose="020B0503020204020204" pitchFamily="34" charset="-122"/>
            <a:ea typeface="微软雅黑" panose="020B0503020204020204" pitchFamily="34" charset="-122"/>
          </a:defRPr>
        </a:defPPr>
      </a:lstStyle>
      <a:style>
        <a:lnRef idx="2">
          <a:schemeClr val="accent2"/>
        </a:lnRef>
        <a:fillRef idx="1">
          <a:schemeClr val="lt1"/>
        </a:fillRef>
        <a:effectRef idx="0">
          <a:schemeClr val="accent2"/>
        </a:effectRef>
        <a:fontRef idx="minor">
          <a:schemeClr val="dk1"/>
        </a:fontRef>
      </a:style>
    </a:spDef>
    <a:lnDef>
      <a:spPr>
        <a:ln w="12700">
          <a:solidFill>
            <a:srgbClr val="000000"/>
          </a:solidFill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  <a:ln w="12700">
          <a:solidFill>
            <a:schemeClr val="tx1"/>
          </a:solidFill>
        </a:ln>
      </a:spPr>
      <a:bodyPr wrap="square" rtlCol="0">
        <a:spAutoFit/>
      </a:bodyPr>
      <a:lstStyle>
        <a:defPPr>
          <a:defRPr sz="1200" dirty="0" smtClean="0">
            <a:latin typeface="微软雅黑" panose="020B0503020204020204" pitchFamily="34" charset="-122"/>
            <a:ea typeface="微软雅黑" panose="020B0503020204020204" pitchFamily="34" charset="-122"/>
          </a:defRPr>
        </a:defPPr>
      </a:lstStyle>
    </a:txDef>
  </a:objectDefaults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2023一汽解放PPT模板（轻量化鹰标-敏感信息）">
  <a:themeElements>
    <a:clrScheme name="VI标准">
      <a:dk1>
        <a:srgbClr val="000000"/>
      </a:dk1>
      <a:lt1>
        <a:sysClr val="window" lastClr="FFFFFF"/>
      </a:lt1>
      <a:dk2>
        <a:srgbClr val="000000"/>
      </a:dk2>
      <a:lt2>
        <a:srgbClr val="FFFFFF"/>
      </a:lt2>
      <a:accent1>
        <a:srgbClr val="152A8C"/>
      </a:accent1>
      <a:accent2>
        <a:srgbClr val="2796D4"/>
      </a:accent2>
      <a:accent3>
        <a:srgbClr val="EDEDED"/>
      </a:accent3>
      <a:accent4>
        <a:srgbClr val="B10011"/>
      </a:accent4>
      <a:accent5>
        <a:srgbClr val="FFFFFF"/>
      </a:accent5>
      <a:accent6>
        <a:srgbClr val="FFFFFF"/>
      </a:accent6>
      <a:hlink>
        <a:srgbClr val="FFFFFF"/>
      </a:hlink>
      <a:folHlink>
        <a:srgbClr val="FFFFFF"/>
      </a:folHlink>
    </a:clrScheme>
    <a:fontScheme name="默认">
      <a:majorFont>
        <a:latin typeface="微软雅黑"/>
        <a:ea typeface="微软雅黑"/>
        <a:cs typeface=""/>
      </a:majorFont>
      <a:minorFont>
        <a:latin typeface="微软雅黑"/>
        <a:ea typeface="微软雅黑"/>
        <a:cs typeface="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square" lIns="36000" tIns="36000" rIns="36000" bIns="36000" rtlCol="0">
        <a:noAutofit/>
      </a:bodyPr>
      <a:lstStyle>
        <a:defPPr algn="l">
          <a:spcBef>
            <a:spcPts val="600"/>
          </a:spcBef>
          <a:defRPr dirty="0" err="1" smtClean="0">
            <a:solidFill>
              <a:srgbClr val="003B90"/>
            </a:solidFill>
            <a:latin typeface="+mj-lt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4465</TotalTime>
  <Words>468</Words>
  <Application>Microsoft Office PowerPoint</Application>
  <PresentationFormat>宽屏</PresentationFormat>
  <Paragraphs>66</Paragraphs>
  <Slides>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3</vt:i4>
      </vt:variant>
      <vt:variant>
        <vt:lpstr>幻灯片标题</vt:lpstr>
      </vt:variant>
      <vt:variant>
        <vt:i4>3</vt:i4>
      </vt:variant>
    </vt:vector>
  </HeadingPairs>
  <TitlesOfParts>
    <vt:vector size="12" baseType="lpstr">
      <vt:lpstr>等线</vt:lpstr>
      <vt:lpstr>微软雅黑</vt:lpstr>
      <vt:lpstr>微软雅黑</vt:lpstr>
      <vt:lpstr>Arial</vt:lpstr>
      <vt:lpstr>Calibri</vt:lpstr>
      <vt:lpstr>Wingdings</vt:lpstr>
      <vt:lpstr>Office 主题​​</vt:lpstr>
      <vt:lpstr>3_默认设计模板</vt:lpstr>
      <vt:lpstr>2023一汽解放PPT模板（轻量化鹰标-敏感信息）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抓党建工作述职报告</dc:title>
  <dc:creator>李日升</dc:creator>
  <cp:lastModifiedBy>俊樑 吴</cp:lastModifiedBy>
  <cp:revision>2348</cp:revision>
  <cp:lastPrinted>2019-03-19T07:50:00Z</cp:lastPrinted>
  <dcterms:created xsi:type="dcterms:W3CDTF">2015-12-28T03:19:00Z</dcterms:created>
  <dcterms:modified xsi:type="dcterms:W3CDTF">2026-07-20T04:20:27Z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2052-12.1.0.23542</vt:lpwstr>
  </property>
  <property fmtid="{D5CDD505-2E9C-101B-9397-08002B2CF9AE}" pid="3" name="ICV">
    <vt:lpwstr>CC1019D6AD114645AAC75C199579CF0A</vt:lpwstr>
  </property>
</Properties>
</file>