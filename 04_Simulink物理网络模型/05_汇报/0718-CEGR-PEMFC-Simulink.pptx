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2"/>
    <p:sldMasterId id="2147483662" r:id="rId3"/>
  </p:sldMasterIdLst>
  <p:notesMasterIdLst>
    <p:notesMasterId r:id="rId5"/>
  </p:notesMasterIdLst>
  <p:handoutMasterIdLst>
    <p:handoutMasterId r:id="rId6"/>
  </p:handoutMasterIdLst>
  <p:sldIdLst>
    <p:sldId id="403" r:id="rId4"/>
  </p:sldIdLst>
  <p:sldSz cx="12192000" cy="6858000"/>
  <p:notesSz cx="6735763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20" userDrawn="1">
          <p15:clr>
            <a:srgbClr val="A4A3A4"/>
          </p15:clr>
        </p15:guide>
        <p15:guide id="3" orient="horz" pos="572" userDrawn="1">
          <p15:clr>
            <a:srgbClr val="A4A3A4"/>
          </p15:clr>
        </p15:guide>
        <p15:guide id="4" pos="483" userDrawn="1">
          <p15:clr>
            <a:srgbClr val="A4A3A4"/>
          </p15:clr>
        </p15:guide>
        <p15:guide id="5" pos="719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785">
          <p15:clr>
            <a:srgbClr val="A4A3A4"/>
          </p15:clr>
        </p15:guide>
        <p15:guide id="2" pos="221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298E"/>
    <a:srgbClr val="A6A6A6"/>
    <a:srgbClr val="152A8C"/>
    <a:srgbClr val="152A90"/>
    <a:srgbClr val="A7A9AC"/>
    <a:srgbClr val="2796D4"/>
    <a:srgbClr val="003B90"/>
    <a:srgbClr val="0000FF"/>
    <a:srgbClr val="E2F0D9"/>
    <a:srgbClr val="D0D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753" autoAdjust="0"/>
    <p:restoredTop sz="99553" autoAdjust="0"/>
  </p:normalViewPr>
  <p:slideViewPr>
    <p:cSldViewPr snapToObjects="1" showGuides="1">
      <p:cViewPr varScale="1">
        <p:scale>
          <a:sx n="82" d="100"/>
          <a:sy n="82" d="100"/>
        </p:scale>
        <p:origin x="274" y="48"/>
      </p:cViewPr>
      <p:guideLst>
        <p:guide orient="horz" pos="4020"/>
        <p:guide orient="horz" pos="572"/>
        <p:guide pos="483"/>
        <p:guide pos="7197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Objects="1" showGuides="1">
      <p:cViewPr varScale="1">
        <p:scale>
          <a:sx n="42" d="100"/>
          <a:sy n="42" d="100"/>
        </p:scale>
        <p:origin x="-1757" y="-96"/>
      </p:cViewPr>
      <p:guideLst>
        <p:guide orient="horz" pos="2785"/>
        <p:guide pos="221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66535" cy="53409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16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747015" y="0"/>
            <a:ext cx="2866535" cy="53409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160"/>
            </a:lvl1pPr>
          </a:lstStyle>
          <a:p>
            <a:fld id="{0F9B84EA-7D68-4D60-9CB1-D50884785D1C}" type="datetimeFigureOut">
              <a:rPr lang="zh-CN" altLang="en-US" smtClean="0"/>
              <a:t>2026/7/18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0110900"/>
            <a:ext cx="2866535" cy="53409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6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747015" y="10110900"/>
            <a:ext cx="2866535" cy="53409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6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53896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F0259903-FC65-400A-9E76-C4C330AD3D6E}" type="datetimeFigureOut">
              <a:rPr lang="zh-CN" altLang="en-US"/>
              <a:t>2026/7/18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3100" y="4748213"/>
            <a:ext cx="5389563" cy="38846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67DAE94-9449-4026-AC54-378A5A1A8636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6421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1pPr>
    <a:lvl2pPr marL="485775"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2pPr>
    <a:lvl3pPr marL="971550"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3pPr>
    <a:lvl4pPr marL="1457325"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4pPr>
    <a:lvl5pPr marL="1943100"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5pPr>
    <a:lvl6pPr marL="2429510" algn="l" defTabSz="97155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6pPr>
    <a:lvl7pPr marL="2915285" algn="l" defTabSz="97155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7pPr>
    <a:lvl8pPr marL="3401060" algn="l" defTabSz="97155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8pPr>
    <a:lvl9pPr marL="3886835" algn="l" defTabSz="97155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0封面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0" y="2564904"/>
            <a:ext cx="12192000" cy="1775292"/>
          </a:xfrm>
          <a:prstGeom prst="rect">
            <a:avLst/>
          </a:prstGeom>
        </p:spPr>
        <p:txBody>
          <a:bodyPr anchor="ctr" anchorCtr="0"/>
          <a:lstStyle>
            <a:lvl1pPr algn="ctr">
              <a:lnSpc>
                <a:spcPct val="100000"/>
              </a:lnSpc>
              <a:defRPr sz="5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76097"/>
            <a:ext cx="9921552" cy="165576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单击以编辑母版副标题样式</a:t>
            </a:r>
            <a:endParaRPr lang="en-US" dirty="0"/>
          </a:p>
        </p:txBody>
      </p:sp>
      <p:sp>
        <p:nvSpPr>
          <p:cNvPr id="2" name="同侧圆角矩形 3"/>
          <p:cNvSpPr/>
          <p:nvPr userDrawn="1"/>
        </p:nvSpPr>
        <p:spPr>
          <a:xfrm rot="10800000">
            <a:off x="0" y="6942143"/>
            <a:ext cx="12192000" cy="614361"/>
          </a:xfrm>
          <a:prstGeom prst="round2SameRect">
            <a:avLst>
              <a:gd name="adj1" fmla="val 210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886" tIns="36443" rIns="72886" bIns="36443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0" y="6964366"/>
            <a:ext cx="12192000" cy="5397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b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本模板用于制作</a:t>
            </a:r>
            <a:r>
              <a:rPr lang="en-US" altLang="zh-CN" sz="1800" b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16:9</a:t>
            </a:r>
            <a:r>
              <a:rPr lang="zh-CN" altLang="en-US" sz="1800" b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比例</a:t>
            </a:r>
            <a:r>
              <a:rPr lang="en-US" altLang="zh-CN" sz="1800" b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800" b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，适用于一汽解放所属各部门、各单位           更新时间：</a:t>
            </a:r>
            <a:r>
              <a:rPr lang="en-US" altLang="zh-CN" sz="1800" b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2020</a:t>
            </a:r>
            <a:r>
              <a:rPr lang="zh-CN" altLang="en-US" sz="1800" b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800" b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800" b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字体及颜色规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 userDrawn="1"/>
        </p:nvSpPr>
        <p:spPr>
          <a:xfrm>
            <a:off x="345020" y="188915"/>
            <a:ext cx="11504082" cy="539751"/>
          </a:xfrm>
          <a:prstGeom prst="roundRect">
            <a:avLst>
              <a:gd name="adj" fmla="val 5951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886" tIns="36443" rIns="72886" bIns="36443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圆角矩形 4"/>
          <p:cNvSpPr/>
          <p:nvPr userDrawn="1"/>
        </p:nvSpPr>
        <p:spPr>
          <a:xfrm>
            <a:off x="345020" y="822330"/>
            <a:ext cx="11504082" cy="1311276"/>
          </a:xfrm>
          <a:prstGeom prst="roundRect">
            <a:avLst>
              <a:gd name="adj" fmla="val 2075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886" tIns="36443" rIns="72886" bIns="36443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1037168" y="1362078"/>
            <a:ext cx="3312585" cy="576262"/>
          </a:xfrm>
          <a:prstGeom prst="rect">
            <a:avLst/>
          </a:prstGeom>
          <a:solidFill>
            <a:srgbClr val="003B9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一汽蓝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RGB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0/59/144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4436538" y="1362078"/>
            <a:ext cx="3314700" cy="576262"/>
          </a:xfrm>
          <a:prstGeom prst="rect">
            <a:avLst/>
          </a:prstGeom>
          <a:solidFill>
            <a:srgbClr val="A7A9A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一汽灰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RGB:167/169/172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7831668" y="1362078"/>
            <a:ext cx="3312585" cy="576262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标准红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RGB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192/0/0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1064686" y="188915"/>
            <a:ext cx="10079567" cy="5397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字体规范：标题及正文优先用微软雅黑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1037169" y="822329"/>
            <a:ext cx="10079567" cy="4587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颜色规范：优先选用以下三种颜色</a:t>
            </a:r>
          </a:p>
        </p:txBody>
      </p:sp>
      <p:sp>
        <p:nvSpPr>
          <p:cNvPr id="13" name="矩形 12"/>
          <p:cNvSpPr/>
          <p:nvPr userDrawn="1"/>
        </p:nvSpPr>
        <p:spPr>
          <a:xfrm>
            <a:off x="1020237" y="2320929"/>
            <a:ext cx="10079567" cy="4587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使用规定颜色的方法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14" name="矩形 13"/>
          <p:cNvSpPr/>
          <p:nvPr userDrawn="1"/>
        </p:nvSpPr>
        <p:spPr>
          <a:xfrm>
            <a:off x="1020237" y="2879729"/>
            <a:ext cx="10079567" cy="4587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、在本</a:t>
            </a:r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模板中依次点击“设计”</a:t>
            </a:r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“颜色”</a:t>
            </a:r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选取“解放</a:t>
            </a:r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配色方案”</a:t>
            </a:r>
            <a:endParaRPr lang="en-US" altLang="zh-CN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、在主题颜色中即可使用以上三种颜色（如箭头所示）</a:t>
            </a:r>
          </a:p>
        </p:txBody>
      </p:sp>
      <p:sp>
        <p:nvSpPr>
          <p:cNvPr id="18" name="矩形 17"/>
          <p:cNvSpPr/>
          <p:nvPr userDrawn="1"/>
        </p:nvSpPr>
        <p:spPr>
          <a:xfrm>
            <a:off x="1020237" y="5246691"/>
            <a:ext cx="10079567" cy="4587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使用规定颜色的方法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19" name="矩形 18"/>
          <p:cNvSpPr/>
          <p:nvPr userDrawn="1"/>
        </p:nvSpPr>
        <p:spPr>
          <a:xfrm>
            <a:off x="1020237" y="5805490"/>
            <a:ext cx="10079567" cy="4587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、设定颜色时选“其他颜色”</a:t>
            </a:r>
            <a:endParaRPr lang="en-US" altLang="zh-CN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、在弹出对话框中选“自定义”，对</a:t>
            </a:r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RGB</a:t>
            </a:r>
            <a:r>
              <a: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值进行设置</a:t>
            </a:r>
          </a:p>
        </p:txBody>
      </p:sp>
      <p:pic>
        <p:nvPicPr>
          <p:cNvPr id="20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059"/>
          <a:stretch>
            <a:fillRect/>
          </a:stretch>
        </p:blipFill>
        <p:spPr bwMode="auto">
          <a:xfrm>
            <a:off x="7056968" y="5705478"/>
            <a:ext cx="2184401" cy="7239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" name="Picture 3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3401" y="5305427"/>
            <a:ext cx="1498600" cy="1123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0413" y="4038710"/>
            <a:ext cx="2925733" cy="922118"/>
          </a:xfrm>
          <a:prstGeom prst="rect">
            <a:avLst/>
          </a:prstGeom>
        </p:spPr>
      </p:pic>
      <p:sp>
        <p:nvSpPr>
          <p:cNvPr id="29" name="椭圆 28"/>
          <p:cNvSpPr/>
          <p:nvPr userDrawn="1"/>
        </p:nvSpPr>
        <p:spPr>
          <a:xfrm>
            <a:off x="1216199" y="3436145"/>
            <a:ext cx="342900" cy="3429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cxnSp>
        <p:nvCxnSpPr>
          <p:cNvPr id="30" name="直接箭头连接符 29"/>
          <p:cNvCxnSpPr>
            <a:stCxn id="29" idx="4"/>
          </p:cNvCxnSpPr>
          <p:nvPr userDrawn="1"/>
        </p:nvCxnSpPr>
        <p:spPr>
          <a:xfrm flipH="1">
            <a:off x="1265585" y="3779045"/>
            <a:ext cx="122064" cy="8406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29" idx="4"/>
          </p:cNvCxnSpPr>
          <p:nvPr userDrawn="1"/>
        </p:nvCxnSpPr>
        <p:spPr>
          <a:xfrm>
            <a:off x="1387649" y="3779045"/>
            <a:ext cx="162099" cy="8406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29" idx="4"/>
          </p:cNvCxnSpPr>
          <p:nvPr userDrawn="1"/>
        </p:nvCxnSpPr>
        <p:spPr>
          <a:xfrm>
            <a:off x="1387649" y="3779045"/>
            <a:ext cx="20811" cy="8406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32020" y="137208"/>
            <a:ext cx="10340973" cy="606701"/>
          </a:xfrm>
          <a:prstGeom prst="rect">
            <a:avLst/>
          </a:prstGeom>
        </p:spPr>
        <p:txBody>
          <a:bodyPr lIns="121917" tIns="60958" rIns="121917" bIns="60958" anchor="t"/>
          <a:lstStyle>
            <a:lvl1pPr>
              <a:defRPr sz="2900"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1"/>
          </p:nvPr>
        </p:nvSpPr>
        <p:spPr>
          <a:xfrm>
            <a:off x="432019" y="891576"/>
            <a:ext cx="11575136" cy="5349165"/>
          </a:xfrm>
          <a:prstGeom prst="rect">
            <a:avLst/>
          </a:prstGeom>
        </p:spPr>
        <p:txBody>
          <a:bodyPr lIns="97339" tIns="48669" rIns="97339" bIns="48669"/>
          <a:lstStyle>
            <a:lvl1pPr marL="375920" indent="-375920">
              <a:buFont typeface="Arial" panose="020B0604020202020204" pitchFamily="34" charset="0"/>
              <a:buChar char="•"/>
              <a:defRPr sz="2500" b="1">
                <a:latin typeface="+mj-ea"/>
                <a:ea typeface="+mj-ea"/>
              </a:defRPr>
            </a:lvl1pPr>
            <a:lvl2pPr marL="814705" indent="-312420">
              <a:buFont typeface="Arial" panose="020B0604020202020204" pitchFamily="34" charset="0"/>
              <a:buChar char="•"/>
              <a:defRPr sz="2100">
                <a:latin typeface="+mj-ea"/>
                <a:ea typeface="+mj-ea"/>
              </a:defRPr>
            </a:lvl2pPr>
            <a:lvl3pPr marL="1254760" indent="-252095">
              <a:buFont typeface="Arial" panose="020B0604020202020204" pitchFamily="34" charset="0"/>
              <a:buChar char="•"/>
              <a:defRPr sz="1900">
                <a:latin typeface="+mj-ea"/>
                <a:ea typeface="+mj-ea"/>
              </a:defRPr>
            </a:lvl3pPr>
            <a:lvl4pPr marL="1755140" indent="-250825">
              <a:buFont typeface="Arial" panose="020B0604020202020204" pitchFamily="34" charset="0"/>
              <a:buChar char="•"/>
              <a:defRPr sz="1700">
                <a:latin typeface="+mj-ea"/>
                <a:ea typeface="+mj-ea"/>
              </a:defRPr>
            </a:lvl4pPr>
            <a:lvl5pPr>
              <a:defRPr sz="1700">
                <a:latin typeface="+mj-ea"/>
                <a:ea typeface="+mj-ea"/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7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519925" y="6492120"/>
            <a:ext cx="672075" cy="365881"/>
          </a:xfrm>
          <a:prstGeom prst="rect">
            <a:avLst/>
          </a:prstGeom>
        </p:spPr>
        <p:txBody>
          <a:bodyPr lIns="121917" tIns="60958" rIns="121917" bIns="60958"/>
          <a:lstStyle/>
          <a:p>
            <a:fld id="{40440DA3-30C4-4DCA-932E-EEA4C578F8A5}" type="slidenum">
              <a:rPr lang="zh-CN" altLang="en-US" sz="1300" smtClean="0">
                <a:solidFill>
                  <a:prstClr val="black"/>
                </a:solidFill>
              </a:rPr>
              <a:t>‹#›</a:t>
            </a:fld>
            <a:endParaRPr lang="zh-CN" altLang="en-US" sz="1300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第3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452769" y="847056"/>
            <a:ext cx="4999125" cy="3777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Bef>
                <a:spcPts val="120"/>
              </a:spcBef>
              <a:spcAft>
                <a:spcPts val="120"/>
              </a:spcAft>
              <a:buClr>
                <a:schemeClr val="tx1"/>
              </a:buClr>
              <a:buFont typeface="Wingdings" panose="05000000000000000000" pitchFamily="2" charset="2"/>
              <a:buNone/>
              <a:defRPr sz="2000" b="1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小标题</a:t>
            </a:r>
            <a:endParaRPr lang="en-US" altLang="zh-CN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2" hasCustomPrompt="1"/>
          </p:nvPr>
        </p:nvSpPr>
        <p:spPr>
          <a:xfrm>
            <a:off x="452770" y="1223000"/>
            <a:ext cx="11259805" cy="338923"/>
          </a:xfrm>
          <a:prstGeom prst="rect">
            <a:avLst/>
          </a:prstGeom>
        </p:spPr>
        <p:txBody>
          <a:bodyPr/>
          <a:lstStyle>
            <a:lvl1pPr marL="263525" indent="-263525" algn="just">
              <a:lnSpc>
                <a:spcPct val="120000"/>
              </a:lnSpc>
              <a:buClr>
                <a:schemeClr val="accent1"/>
              </a:buClr>
              <a:buFont typeface="Wingdings" panose="05000000000000000000" pitchFamily="2" charset="2"/>
              <a:buChar char="n"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 dirty="0"/>
              <a:t>内容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占位符 31"/>
          <p:cNvSpPr>
            <a:spLocks noGrp="1"/>
          </p:cNvSpPr>
          <p:nvPr>
            <p:ph type="body" sz="quarter" idx="11" hasCustomPrompt="1"/>
          </p:nvPr>
        </p:nvSpPr>
        <p:spPr>
          <a:xfrm>
            <a:off x="3047780" y="1882408"/>
            <a:ext cx="6487200" cy="547200"/>
          </a:xfrm>
          <a:prstGeom prst="rect">
            <a:avLst/>
          </a:prstGeom>
          <a:solidFill>
            <a:srgbClr val="D5D5D5"/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132080" latinLnBrk="0">
              <a:spcBef>
                <a:spcPct val="0"/>
              </a:spcBef>
              <a:buNone/>
              <a:defRPr lang="zh-CN" altLang="en-US" sz="20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lvl="0" latinLnBrk="0">
              <a:spcBef>
                <a:spcPct val="0"/>
              </a:spcBef>
            </a:pPr>
            <a:r>
              <a:rPr lang="zh-CN" altLang="en-US" dirty="0"/>
              <a:t>规划基础</a:t>
            </a:r>
          </a:p>
        </p:txBody>
      </p:sp>
      <p:sp>
        <p:nvSpPr>
          <p:cNvPr id="33" name="文本占位符 31"/>
          <p:cNvSpPr>
            <a:spLocks noGrp="1"/>
          </p:cNvSpPr>
          <p:nvPr>
            <p:ph type="body" sz="quarter" idx="12" hasCustomPrompt="1"/>
          </p:nvPr>
        </p:nvSpPr>
        <p:spPr>
          <a:xfrm>
            <a:off x="2347891" y="1882408"/>
            <a:ext cx="648000" cy="547200"/>
          </a:xfrm>
          <a:prstGeom prst="rect">
            <a:avLst/>
          </a:prstGeom>
          <a:solidFill>
            <a:srgbClr val="D5D5D5"/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buNone/>
              <a:defRPr lang="zh-CN" altLang="en-US" sz="24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lvl="0" latinLnBrk="0">
              <a:spcBef>
                <a:spcPct val="0"/>
              </a:spcBef>
            </a:pPr>
            <a:r>
              <a:rPr lang="zh-CN" altLang="en-US" dirty="0"/>
              <a:t>一</a:t>
            </a:r>
          </a:p>
        </p:txBody>
      </p:sp>
      <p:sp>
        <p:nvSpPr>
          <p:cNvPr id="37" name="文本占位符 31"/>
          <p:cNvSpPr>
            <a:spLocks noGrp="1"/>
          </p:cNvSpPr>
          <p:nvPr>
            <p:ph type="body" sz="quarter" idx="16" hasCustomPrompt="1"/>
          </p:nvPr>
        </p:nvSpPr>
        <p:spPr>
          <a:xfrm>
            <a:off x="2347891" y="4061323"/>
            <a:ext cx="648000" cy="5472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buNone/>
              <a:defRPr lang="zh-CN" altLang="en-US" sz="20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lvl="0" latinLnBrk="0">
              <a:spcBef>
                <a:spcPct val="0"/>
              </a:spcBef>
            </a:pPr>
            <a:r>
              <a:rPr lang="zh-CN" altLang="en-US" dirty="0"/>
              <a:t>四</a:t>
            </a:r>
          </a:p>
        </p:txBody>
      </p:sp>
      <p:sp>
        <p:nvSpPr>
          <p:cNvPr id="39" name="文本占位符 31"/>
          <p:cNvSpPr>
            <a:spLocks noGrp="1"/>
          </p:cNvSpPr>
          <p:nvPr>
            <p:ph type="body" sz="quarter" idx="18" hasCustomPrompt="1"/>
          </p:nvPr>
        </p:nvSpPr>
        <p:spPr>
          <a:xfrm>
            <a:off x="2347891" y="3335018"/>
            <a:ext cx="648000" cy="5472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buNone/>
              <a:defRPr lang="zh-CN" altLang="en-US" sz="20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lvl="0" latinLnBrk="0">
              <a:spcBef>
                <a:spcPct val="0"/>
              </a:spcBef>
            </a:pPr>
            <a:r>
              <a:rPr lang="zh-CN" altLang="en-US" dirty="0"/>
              <a:t>三</a:t>
            </a:r>
          </a:p>
        </p:txBody>
      </p:sp>
      <p:sp>
        <p:nvSpPr>
          <p:cNvPr id="41" name="文本占位符 31"/>
          <p:cNvSpPr>
            <a:spLocks noGrp="1"/>
          </p:cNvSpPr>
          <p:nvPr>
            <p:ph type="body" sz="quarter" idx="20" hasCustomPrompt="1"/>
          </p:nvPr>
        </p:nvSpPr>
        <p:spPr>
          <a:xfrm>
            <a:off x="2347891" y="2608713"/>
            <a:ext cx="648000" cy="5472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buNone/>
              <a:defRPr lang="zh-CN" altLang="en-US" sz="20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lvl="0" latinLnBrk="0">
              <a:spcBef>
                <a:spcPct val="0"/>
              </a:spcBef>
            </a:pPr>
            <a:r>
              <a:rPr lang="zh-CN" altLang="en-US" dirty="0"/>
              <a:t>二</a:t>
            </a:r>
          </a:p>
        </p:txBody>
      </p:sp>
      <p:sp>
        <p:nvSpPr>
          <p:cNvPr id="44" name="文本占位符 31"/>
          <p:cNvSpPr>
            <a:spLocks noGrp="1"/>
          </p:cNvSpPr>
          <p:nvPr>
            <p:ph type="body" sz="quarter" idx="21" hasCustomPrompt="1"/>
          </p:nvPr>
        </p:nvSpPr>
        <p:spPr>
          <a:xfrm>
            <a:off x="3047780" y="2608713"/>
            <a:ext cx="6487200" cy="547200"/>
          </a:xfrm>
          <a:prstGeom prst="rect">
            <a:avLst/>
          </a:prstGeom>
          <a:solidFill>
            <a:srgbClr val="D5D5D5"/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132080" latinLnBrk="0">
              <a:spcBef>
                <a:spcPct val="0"/>
              </a:spcBef>
              <a:buNone/>
              <a:defRPr lang="zh-CN" altLang="en-US" sz="20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lvl="0" latinLnBrk="0">
              <a:spcBef>
                <a:spcPct val="0"/>
              </a:spcBef>
            </a:pPr>
            <a:r>
              <a:rPr lang="zh-CN" altLang="en-US" dirty="0"/>
              <a:t>环境分析</a:t>
            </a:r>
          </a:p>
        </p:txBody>
      </p:sp>
      <p:sp>
        <p:nvSpPr>
          <p:cNvPr id="45" name="文本占位符 31"/>
          <p:cNvSpPr>
            <a:spLocks noGrp="1"/>
          </p:cNvSpPr>
          <p:nvPr>
            <p:ph type="body" sz="quarter" idx="22" hasCustomPrompt="1"/>
          </p:nvPr>
        </p:nvSpPr>
        <p:spPr>
          <a:xfrm>
            <a:off x="3047780" y="3335018"/>
            <a:ext cx="6487200" cy="547200"/>
          </a:xfrm>
          <a:prstGeom prst="rect">
            <a:avLst/>
          </a:prstGeom>
          <a:solidFill>
            <a:srgbClr val="D5D5D5"/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132080" latinLnBrk="0">
              <a:spcBef>
                <a:spcPct val="0"/>
              </a:spcBef>
              <a:buNone/>
              <a:defRPr lang="zh-CN" altLang="en-US" sz="20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lvl="0" latinLnBrk="0">
              <a:spcBef>
                <a:spcPct val="0"/>
              </a:spcBef>
            </a:pPr>
            <a:r>
              <a:rPr lang="zh-CN" altLang="en-US" dirty="0"/>
              <a:t>平台规划</a:t>
            </a:r>
          </a:p>
        </p:txBody>
      </p:sp>
      <p:sp>
        <p:nvSpPr>
          <p:cNvPr id="46" name="文本占位符 31"/>
          <p:cNvSpPr>
            <a:spLocks noGrp="1"/>
          </p:cNvSpPr>
          <p:nvPr>
            <p:ph type="body" sz="quarter" idx="23" hasCustomPrompt="1"/>
          </p:nvPr>
        </p:nvSpPr>
        <p:spPr>
          <a:xfrm>
            <a:off x="3047780" y="4061323"/>
            <a:ext cx="6487200" cy="547200"/>
          </a:xfrm>
          <a:prstGeom prst="rect">
            <a:avLst/>
          </a:prstGeom>
          <a:solidFill>
            <a:srgbClr val="D5D5D5"/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132080" latinLnBrk="0">
              <a:spcBef>
                <a:spcPct val="0"/>
              </a:spcBef>
              <a:buNone/>
              <a:defRPr lang="zh-CN" altLang="en-US" sz="20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lvl="0" latinLnBrk="0">
              <a:spcBef>
                <a:spcPct val="0"/>
              </a:spcBef>
            </a:pPr>
            <a:r>
              <a:rPr lang="zh-CN" altLang="en-US" dirty="0"/>
              <a:t>关键举措</a:t>
            </a:r>
          </a:p>
        </p:txBody>
      </p:sp>
      <p:sp>
        <p:nvSpPr>
          <p:cNvPr id="11" name="文本占位符 31"/>
          <p:cNvSpPr>
            <a:spLocks noGrp="1"/>
          </p:cNvSpPr>
          <p:nvPr>
            <p:ph type="body" sz="quarter" idx="24" hasCustomPrompt="1"/>
          </p:nvPr>
        </p:nvSpPr>
        <p:spPr>
          <a:xfrm>
            <a:off x="2347891" y="4787628"/>
            <a:ext cx="648000" cy="5472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buNone/>
              <a:defRPr lang="zh-CN" altLang="en-US" sz="20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lvl="0" latinLnBrk="0">
              <a:spcBef>
                <a:spcPct val="0"/>
              </a:spcBef>
            </a:pPr>
            <a:r>
              <a:rPr lang="zh-CN" altLang="en-US" dirty="0"/>
              <a:t>五</a:t>
            </a:r>
          </a:p>
        </p:txBody>
      </p:sp>
      <p:sp>
        <p:nvSpPr>
          <p:cNvPr id="12" name="文本占位符 31"/>
          <p:cNvSpPr>
            <a:spLocks noGrp="1"/>
          </p:cNvSpPr>
          <p:nvPr>
            <p:ph type="body" sz="quarter" idx="25" hasCustomPrompt="1"/>
          </p:nvPr>
        </p:nvSpPr>
        <p:spPr>
          <a:xfrm>
            <a:off x="3047780" y="4787628"/>
            <a:ext cx="6487200" cy="547200"/>
          </a:xfrm>
          <a:prstGeom prst="rect">
            <a:avLst/>
          </a:prstGeom>
          <a:solidFill>
            <a:srgbClr val="D5D5D5"/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132080" latinLnBrk="0">
              <a:spcBef>
                <a:spcPct val="0"/>
              </a:spcBef>
              <a:buNone/>
              <a:defRPr lang="zh-CN" altLang="en-US" sz="20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lvl="0" latinLnBrk="0">
              <a:spcBef>
                <a:spcPct val="0"/>
              </a:spcBef>
            </a:pPr>
            <a:r>
              <a:rPr lang="zh-CN" altLang="en-US" dirty="0"/>
              <a:t>保障措施</a:t>
            </a:r>
          </a:p>
        </p:txBody>
      </p:sp>
      <p:sp>
        <p:nvSpPr>
          <p:cNvPr id="6" name="文本框 5"/>
          <p:cNvSpPr txBox="1"/>
          <p:nvPr userDrawn="1"/>
        </p:nvSpPr>
        <p:spPr>
          <a:xfrm>
            <a:off x="421742" y="356416"/>
            <a:ext cx="3353553" cy="464232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marL="0" algn="l" defTabSz="844550" rtl="0" eaLnBrk="1" fontAlgn="base" latinLnBrk="0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1200" dirty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目录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4" descr="C:\Documents and Settings\Administrator\桌面\2.png"/>
          <p:cNvPicPr preferRelativeResize="0">
            <a:picLocks noChangeArrowheads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12700" y="620713"/>
            <a:ext cx="12192000" cy="36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标题 8"/>
          <p:cNvSpPr>
            <a:spLocks noGrp="1"/>
          </p:cNvSpPr>
          <p:nvPr>
            <p:ph type="title"/>
          </p:nvPr>
        </p:nvSpPr>
        <p:spPr>
          <a:xfrm>
            <a:off x="143935" y="-1"/>
            <a:ext cx="10776602" cy="620713"/>
          </a:xfrm>
          <a:prstGeom prst="rect">
            <a:avLst/>
          </a:prstGeom>
        </p:spPr>
        <p:txBody>
          <a:bodyPr lIns="90134" tIns="45067" rIns="90134" bIns="45067" anchor="ctr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zh-CN" altLang="en-US" sz="2800" b="1" kern="1200" dirty="0">
                <a:solidFill>
                  <a:srgbClr val="1F497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10"/>
          <p:cNvSpPr>
            <a:spLocks noGrp="1"/>
          </p:cNvSpPr>
          <p:nvPr>
            <p:ph sz="quarter" idx="10"/>
          </p:nvPr>
        </p:nvSpPr>
        <p:spPr>
          <a:xfrm>
            <a:off x="622299" y="690562"/>
            <a:ext cx="10298237" cy="48101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solidFill>
                  <a:srgbClr val="00487E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0850" indent="0"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01700" indent="0"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52550" indent="0">
              <a:buNone/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03400" indent="0">
              <a:buNone/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正文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8"/>
          <p:cNvSpPr>
            <a:spLocks noGrp="1"/>
          </p:cNvSpPr>
          <p:nvPr>
            <p:ph type="title"/>
          </p:nvPr>
        </p:nvSpPr>
        <p:spPr>
          <a:xfrm>
            <a:off x="143934" y="-1"/>
            <a:ext cx="11568607" cy="620713"/>
          </a:xfrm>
          <a:prstGeom prst="rect">
            <a:avLst/>
          </a:prstGeom>
        </p:spPr>
        <p:txBody>
          <a:bodyPr lIns="90134" tIns="45067" rIns="90134" bIns="45067" anchor="ctr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zh-CN" altLang="en-US" sz="2800" b="1" kern="1200" dirty="0">
                <a:solidFill>
                  <a:srgbClr val="1F497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1" name="内容占位符 10"/>
          <p:cNvSpPr>
            <a:spLocks noGrp="1"/>
          </p:cNvSpPr>
          <p:nvPr>
            <p:ph sz="quarter" idx="10"/>
          </p:nvPr>
        </p:nvSpPr>
        <p:spPr>
          <a:xfrm>
            <a:off x="622299" y="690562"/>
            <a:ext cx="10946308" cy="48101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solidFill>
                  <a:srgbClr val="00487E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0850" indent="0"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01700" indent="0"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52550" indent="0">
              <a:buNone/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03400" indent="0">
              <a:buNone/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pic>
        <p:nvPicPr>
          <p:cNvPr id="12" name="Picture 4" descr="C:\Documents and Settings\Administrator\桌面\2.png"/>
          <p:cNvPicPr preferRelativeResize="0">
            <a:picLocks noChangeArrowheads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12700" y="620713"/>
            <a:ext cx="12192000" cy="36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同侧圆角矩形 3"/>
          <p:cNvSpPr/>
          <p:nvPr userDrawn="1"/>
        </p:nvSpPr>
        <p:spPr>
          <a:xfrm rot="10800000">
            <a:off x="0" y="6942143"/>
            <a:ext cx="12192000" cy="614361"/>
          </a:xfrm>
          <a:prstGeom prst="round2SameRect">
            <a:avLst>
              <a:gd name="adj1" fmla="val 210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886" tIns="36443" rIns="72886" bIns="36443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5903384" y="7004052"/>
            <a:ext cx="1864783" cy="468311"/>
          </a:xfrm>
          <a:prstGeom prst="rect">
            <a:avLst/>
          </a:prstGeom>
          <a:solidFill>
            <a:srgbClr val="003B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marL="0" marR="0" lvl="0" indent="0" algn="ctr" defTabSz="4572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一汽蓝</a:t>
            </a:r>
            <a:endParaRPr kumimoji="0" lang="en-US" altLang="zh-CN" sz="1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0/59/144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7920569" y="7004052"/>
            <a:ext cx="1864784" cy="468311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marL="0" marR="0" lvl="0" indent="0" algn="ctr" defTabSz="4572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一汽灰</a:t>
            </a:r>
            <a:endParaRPr kumimoji="0" lang="en-US" altLang="zh-CN" sz="1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167/169/172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378890" y="6964366"/>
            <a:ext cx="5962648" cy="5397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PPT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标准提示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字体：</a:t>
            </a: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微软雅黑     </a:t>
            </a:r>
            <a:r>
              <a:rPr kumimoji="0" lang="zh-CN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颜色：</a:t>
            </a: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优先用右侧颜色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9935635" y="7004052"/>
            <a:ext cx="1864784" cy="46831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marL="0" marR="0" lvl="0" indent="0" algn="ctr" defTabSz="4572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标准红</a:t>
            </a:r>
            <a:endParaRPr kumimoji="0" lang="en-US" altLang="zh-CN" sz="1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192/0/0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10632504" y="0"/>
            <a:ext cx="1559496" cy="6143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8248" y="4437112"/>
            <a:ext cx="3723870" cy="1728192"/>
          </a:xfrm>
          <a:prstGeom prst="rect">
            <a:avLst/>
          </a:prstGeom>
        </p:spPr>
      </p:pic>
      <p:sp>
        <p:nvSpPr>
          <p:cNvPr id="11" name="文本占位符 6"/>
          <p:cNvSpPr>
            <a:spLocks noGrp="1"/>
          </p:cNvSpPr>
          <p:nvPr>
            <p:ph type="body" sz="quarter" idx="12"/>
          </p:nvPr>
        </p:nvSpPr>
        <p:spPr>
          <a:xfrm>
            <a:off x="346208" y="35457"/>
            <a:ext cx="9589427" cy="559059"/>
          </a:xfrm>
          <a:prstGeom prst="rect">
            <a:avLst/>
          </a:prstGeom>
        </p:spPr>
        <p:txBody>
          <a:bodyPr lIns="0" tIns="36443" rIns="0" bIns="36443" anchor="ctr" anchorCtr="0"/>
          <a:lstStyle>
            <a:lvl1pPr marL="0" indent="0">
              <a:buNone/>
              <a:defRPr sz="28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20内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6"/>
          <p:cNvSpPr>
            <a:spLocks noGrp="1"/>
          </p:cNvSpPr>
          <p:nvPr>
            <p:ph type="body" sz="quarter" idx="11"/>
          </p:nvPr>
        </p:nvSpPr>
        <p:spPr>
          <a:xfrm>
            <a:off x="791081" y="968214"/>
            <a:ext cx="10561503" cy="5197089"/>
          </a:xfrm>
          <a:prstGeom prst="rect">
            <a:avLst/>
          </a:prstGeom>
        </p:spPr>
        <p:txBody>
          <a:bodyPr lIns="72886" tIns="36443" rIns="72886" bIns="36443"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9" name="文本占位符 6"/>
          <p:cNvSpPr>
            <a:spLocks noGrp="1"/>
          </p:cNvSpPr>
          <p:nvPr>
            <p:ph type="body" sz="quarter" idx="12"/>
          </p:nvPr>
        </p:nvSpPr>
        <p:spPr>
          <a:xfrm>
            <a:off x="791081" y="260648"/>
            <a:ext cx="10561503" cy="559059"/>
          </a:xfrm>
          <a:prstGeom prst="rect">
            <a:avLst/>
          </a:prstGeom>
        </p:spPr>
        <p:txBody>
          <a:bodyPr lIns="72886" tIns="36443" rIns="72886" bIns="36443" anchor="ctr" anchorCtr="0"/>
          <a:lstStyle>
            <a:lvl1pPr marL="0" indent="0">
              <a:buNone/>
              <a:defRPr sz="28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20" name="灯片编号占位符 5"/>
          <p:cNvSpPr>
            <a:spLocks noGrp="1"/>
          </p:cNvSpPr>
          <p:nvPr>
            <p:ph type="sldNum" sz="quarter" idx="13"/>
          </p:nvPr>
        </p:nvSpPr>
        <p:spPr>
          <a:xfrm>
            <a:off x="10415264" y="6356350"/>
            <a:ext cx="93732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875BDE2C-B28D-43D3-A85B-8175BF470FFE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" name="同侧圆角矩形 3"/>
          <p:cNvSpPr/>
          <p:nvPr userDrawn="1"/>
        </p:nvSpPr>
        <p:spPr>
          <a:xfrm rot="10800000">
            <a:off x="0" y="6942143"/>
            <a:ext cx="12192000" cy="614361"/>
          </a:xfrm>
          <a:prstGeom prst="round2SameRect">
            <a:avLst>
              <a:gd name="adj1" fmla="val 210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886" tIns="36443" rIns="72886" bIns="36443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 userDrawn="1"/>
        </p:nvSpPr>
        <p:spPr>
          <a:xfrm>
            <a:off x="5903384" y="7004052"/>
            <a:ext cx="1864783" cy="468311"/>
          </a:xfrm>
          <a:prstGeom prst="rect">
            <a:avLst/>
          </a:prstGeom>
          <a:solidFill>
            <a:srgbClr val="003B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一汽蓝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0/59/144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7920569" y="7004052"/>
            <a:ext cx="1864784" cy="468311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一汽灰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167/169/172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1991544" y="6964366"/>
            <a:ext cx="4349994" cy="5397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标准提示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字体：</a:t>
            </a:r>
            <a:r>
              <a:rPr lang="zh-CN" altLang="en-US" sz="1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微软雅黑     </a:t>
            </a:r>
            <a:r>
              <a:rPr lang="zh-CN" altLang="en-US" sz="13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颜色：</a:t>
            </a:r>
            <a:r>
              <a:rPr lang="zh-CN" altLang="en-US" sz="1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优先用右侧颜色</a:t>
            </a:r>
          </a:p>
        </p:txBody>
      </p:sp>
      <p:sp>
        <p:nvSpPr>
          <p:cNvPr id="7" name="矩形 6"/>
          <p:cNvSpPr/>
          <p:nvPr userDrawn="1"/>
        </p:nvSpPr>
        <p:spPr>
          <a:xfrm>
            <a:off x="9935635" y="7004052"/>
            <a:ext cx="1864784" cy="46831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标准红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192/0/0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231650" y="6964366"/>
            <a:ext cx="1607492" cy="5397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正文页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封面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0" y="2564904"/>
            <a:ext cx="12192000" cy="1775292"/>
          </a:xfrm>
          <a:prstGeom prst="rect">
            <a:avLst/>
          </a:prstGeom>
        </p:spPr>
        <p:txBody>
          <a:bodyPr anchor="ctr" anchorCtr="0"/>
          <a:lstStyle>
            <a:lvl1pPr algn="ctr">
              <a:lnSpc>
                <a:spcPct val="100000"/>
              </a:lnSpc>
              <a:defRPr sz="54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标题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76097"/>
            <a:ext cx="9921552" cy="165576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副标题</a:t>
            </a:r>
            <a:endParaRPr lang="en-US" altLang="zh-CN" dirty="0"/>
          </a:p>
          <a:p>
            <a:endParaRPr lang="zh-CN" altLang="en-US" dirty="0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0" y="6942142"/>
            <a:ext cx="12192000" cy="614361"/>
            <a:chOff x="0" y="6942142"/>
            <a:chExt cx="12192000" cy="614361"/>
          </a:xfrm>
        </p:grpSpPr>
        <p:sp>
          <p:nvSpPr>
            <p:cNvPr id="6" name="同侧圆角矩形 3"/>
            <p:cNvSpPr/>
            <p:nvPr userDrawn="1"/>
          </p:nvSpPr>
          <p:spPr>
            <a:xfrm rot="10800000">
              <a:off x="0" y="6942142"/>
              <a:ext cx="12192000" cy="614361"/>
            </a:xfrm>
            <a:prstGeom prst="round2SameRect">
              <a:avLst>
                <a:gd name="adj1" fmla="val 2105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886" tIns="36443" rIns="72886" bIns="36443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5903385" y="7004052"/>
              <a:ext cx="1512000" cy="4683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marL="0" marR="0" lvl="0" indent="0" algn="ctr" defTabSz="457200" rtl="0" eaLnBrk="1" fontAlgn="auto" latinLnBrk="0" hangingPunct="1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解放蓝</a:t>
              </a:r>
              <a:endParaRPr kumimoji="0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21/42/140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" name="矩形 9"/>
            <p:cNvSpPr/>
            <p:nvPr userDrawn="1"/>
          </p:nvSpPr>
          <p:spPr>
            <a:xfrm>
              <a:off x="7431809" y="7004052"/>
              <a:ext cx="1512000" cy="4683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marL="0" marR="0" lvl="0" indent="0" algn="ctr" defTabSz="457200" rtl="0" eaLnBrk="1" fontAlgn="auto" latinLnBrk="0" hangingPunct="1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辅助蓝</a:t>
              </a:r>
              <a:endParaRPr kumimoji="0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39/150/212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" name="矩形 10"/>
            <p:cNvSpPr/>
            <p:nvPr userDrawn="1"/>
          </p:nvSpPr>
          <p:spPr>
            <a:xfrm>
              <a:off x="2406647" y="6964366"/>
              <a:ext cx="3344336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PPT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标准提示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——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字体：</a:t>
              </a:r>
              <a:r>
                <a:rPr kumimoji="0" lang="zh-CN" alt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微软雅黑     </a:t>
              </a:r>
              <a:r>
                <a:rPr kumimoji="0" lang="zh-CN" altLang="en-US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颜色：</a:t>
              </a:r>
              <a:r>
                <a:rPr kumimoji="0" lang="zh-CN" alt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优先用右侧颜色</a:t>
              </a:r>
            </a:p>
          </p:txBody>
        </p:sp>
        <p:sp>
          <p:nvSpPr>
            <p:cNvPr id="12" name="矩形 11"/>
            <p:cNvSpPr/>
            <p:nvPr userDrawn="1"/>
          </p:nvSpPr>
          <p:spPr>
            <a:xfrm>
              <a:off x="10488656" y="7004052"/>
              <a:ext cx="1512000" cy="4683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marL="0" marR="0" lvl="0" indent="0" algn="ctr" defTabSz="457200" rtl="0" eaLnBrk="1" fontAlgn="auto" latinLnBrk="0" hangingPunct="1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辅助红</a:t>
              </a:r>
              <a:endParaRPr kumimoji="0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177/0/17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" name="矩形 12"/>
            <p:cNvSpPr/>
            <p:nvPr userDrawn="1"/>
          </p:nvSpPr>
          <p:spPr>
            <a:xfrm>
              <a:off x="231649" y="6964366"/>
              <a:ext cx="2077637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2023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封面页</a:t>
              </a:r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8960233" y="7004052"/>
              <a:ext cx="1512000" cy="468311"/>
            </a:xfrm>
            <a:prstGeom prst="rect">
              <a:avLst/>
            </a:prstGeom>
            <a:solidFill>
              <a:srgbClr val="A7A9A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marL="0" marR="0" lvl="0" indent="0" algn="ctr" defTabSz="457200" rtl="0" eaLnBrk="1" fontAlgn="auto" latinLnBrk="0" hangingPunct="1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辅助灰</a:t>
              </a:r>
              <a:endParaRPr kumimoji="0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167/169/172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765" y="-14605"/>
            <a:ext cx="12230735" cy="1291590"/>
          </a:xfrm>
          <a:prstGeom prst="rect">
            <a:avLst/>
          </a:prstGeom>
        </p:spPr>
      </p:pic>
      <p:pic>
        <p:nvPicPr>
          <p:cNvPr id="16" name="图形 3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2897" y="327314"/>
            <a:ext cx="2881252" cy="637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目录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同侧圆角矩形 3"/>
          <p:cNvSpPr/>
          <p:nvPr userDrawn="1"/>
        </p:nvSpPr>
        <p:spPr>
          <a:xfrm rot="10800000">
            <a:off x="0" y="6942143"/>
            <a:ext cx="12192000" cy="614361"/>
          </a:xfrm>
          <a:prstGeom prst="round2SameRect">
            <a:avLst>
              <a:gd name="adj1" fmla="val 210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886" tIns="36443" rIns="72886" bIns="36443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8" name="组合 17"/>
          <p:cNvGrpSpPr/>
          <p:nvPr userDrawn="1"/>
        </p:nvGrpSpPr>
        <p:grpSpPr>
          <a:xfrm>
            <a:off x="0" y="6942143"/>
            <a:ext cx="12192000" cy="614361"/>
            <a:chOff x="0" y="6942143"/>
            <a:chExt cx="12192000" cy="614361"/>
          </a:xfrm>
        </p:grpSpPr>
        <p:sp>
          <p:nvSpPr>
            <p:cNvPr id="19" name="同侧圆角矩形 3"/>
            <p:cNvSpPr/>
            <p:nvPr userDrawn="1"/>
          </p:nvSpPr>
          <p:spPr>
            <a:xfrm rot="10800000">
              <a:off x="0" y="6942143"/>
              <a:ext cx="12192000" cy="614361"/>
            </a:xfrm>
            <a:prstGeom prst="round2SameRect">
              <a:avLst>
                <a:gd name="adj1" fmla="val 2105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886" tIns="36443" rIns="72886" bIns="36443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2406647" y="6964366"/>
              <a:ext cx="3344336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PPT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标准提示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——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字体：</a:t>
              </a:r>
              <a:r>
                <a:rPr kumimoji="0" lang="zh-CN" alt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微软雅黑     </a:t>
              </a:r>
              <a:r>
                <a:rPr kumimoji="0" lang="zh-CN" altLang="en-US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颜色：</a:t>
              </a:r>
              <a:r>
                <a:rPr kumimoji="0" lang="zh-CN" alt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优先用右侧颜色</a:t>
              </a:r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231649" y="6964366"/>
              <a:ext cx="2077637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2023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目录页</a:t>
              </a:r>
            </a:p>
          </p:txBody>
        </p:sp>
      </p:grpSp>
      <p:sp>
        <p:nvSpPr>
          <p:cNvPr id="22" name="矩形 21"/>
          <p:cNvSpPr/>
          <p:nvPr userDrawn="1"/>
        </p:nvSpPr>
        <p:spPr>
          <a:xfrm>
            <a:off x="5903385" y="7004052"/>
            <a:ext cx="1512000" cy="4683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marL="0" marR="0" lvl="0" indent="0" algn="ctr" defTabSz="4572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解放蓝</a:t>
            </a:r>
            <a:endParaRPr kumimoji="0" lang="en-US" altLang="zh-CN" sz="1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21/42/140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矩形 22"/>
          <p:cNvSpPr/>
          <p:nvPr userDrawn="1"/>
        </p:nvSpPr>
        <p:spPr>
          <a:xfrm>
            <a:off x="7431809" y="7004052"/>
            <a:ext cx="1512000" cy="4683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marL="0" marR="0" lvl="0" indent="0" algn="ctr" defTabSz="4572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辅助蓝</a:t>
            </a:r>
            <a:endParaRPr kumimoji="0" lang="en-US" altLang="zh-CN" sz="1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39/150/212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矩形 23"/>
          <p:cNvSpPr/>
          <p:nvPr userDrawn="1"/>
        </p:nvSpPr>
        <p:spPr>
          <a:xfrm>
            <a:off x="10488656" y="7004052"/>
            <a:ext cx="1512000" cy="4683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marL="0" marR="0" lvl="0" indent="0" algn="ctr" defTabSz="4572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辅助红</a:t>
            </a:r>
            <a:endParaRPr kumimoji="0" lang="en-US" altLang="zh-CN" sz="1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177/0/17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8960233" y="7004052"/>
            <a:ext cx="1512000" cy="468311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marL="0" marR="0" lvl="0" indent="0" algn="ctr" defTabSz="4572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辅助灰</a:t>
            </a:r>
            <a:endParaRPr kumimoji="0" lang="en-US" altLang="zh-CN" sz="1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167/169/172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1" name="直接连接符 30"/>
          <p:cNvCxnSpPr/>
          <p:nvPr userDrawn="1"/>
        </p:nvCxnSpPr>
        <p:spPr>
          <a:xfrm flipH="1">
            <a:off x="479425" y="836712"/>
            <a:ext cx="112331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形 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61704" y="264695"/>
            <a:ext cx="1750871" cy="381600"/>
          </a:xfrm>
          <a:prstGeom prst="rect">
            <a:avLst/>
          </a:prstGeom>
        </p:spPr>
      </p:pic>
      <p:sp>
        <p:nvSpPr>
          <p:cNvPr id="11" name="文本占位符 6"/>
          <p:cNvSpPr>
            <a:spLocks noGrp="1"/>
          </p:cNvSpPr>
          <p:nvPr>
            <p:ph type="body" sz="quarter" idx="12" hasCustomPrompt="1"/>
          </p:nvPr>
        </p:nvSpPr>
        <p:spPr>
          <a:xfrm>
            <a:off x="477723" y="175966"/>
            <a:ext cx="9218727" cy="559059"/>
          </a:xfrm>
          <a:prstGeom prst="rect">
            <a:avLst/>
          </a:prstGeom>
        </p:spPr>
        <p:txBody>
          <a:bodyPr lIns="72886" tIns="36443" rIns="72886" bIns="36443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正文页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0" y="6942143"/>
            <a:ext cx="12192000" cy="614361"/>
            <a:chOff x="0" y="6942143"/>
            <a:chExt cx="12192000" cy="614361"/>
          </a:xfrm>
        </p:grpSpPr>
        <p:sp>
          <p:nvSpPr>
            <p:cNvPr id="4" name="同侧圆角矩形 3"/>
            <p:cNvSpPr/>
            <p:nvPr userDrawn="1"/>
          </p:nvSpPr>
          <p:spPr>
            <a:xfrm rot="10800000">
              <a:off x="0" y="6942143"/>
              <a:ext cx="12192000" cy="614361"/>
            </a:xfrm>
            <a:prstGeom prst="round2SameRect">
              <a:avLst>
                <a:gd name="adj1" fmla="val 2105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886" tIns="36443" rIns="72886" bIns="36443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2406647" y="6964366"/>
              <a:ext cx="3344336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PPT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标准提示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——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字体：</a:t>
              </a:r>
              <a:r>
                <a:rPr kumimoji="0" lang="zh-CN" alt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微软雅黑     </a:t>
              </a:r>
              <a:r>
                <a:rPr kumimoji="0" lang="zh-CN" altLang="en-US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颜色：</a:t>
              </a:r>
              <a:r>
                <a:rPr kumimoji="0" lang="zh-CN" alt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优先用右侧颜色</a:t>
              </a:r>
            </a:p>
          </p:txBody>
        </p:sp>
        <p:sp>
          <p:nvSpPr>
            <p:cNvPr id="11" name="矩形 10"/>
            <p:cNvSpPr/>
            <p:nvPr userDrawn="1"/>
          </p:nvSpPr>
          <p:spPr>
            <a:xfrm>
              <a:off x="231649" y="6964366"/>
              <a:ext cx="2077637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2023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正文页</a:t>
              </a:r>
            </a:p>
          </p:txBody>
        </p:sp>
      </p:grpSp>
      <p:sp>
        <p:nvSpPr>
          <p:cNvPr id="14" name="Rectangle 9"/>
          <p:cNvSpPr>
            <a:spLocks noChangeArrowheads="1"/>
          </p:cNvSpPr>
          <p:nvPr userDrawn="1"/>
        </p:nvSpPr>
        <p:spPr bwMode="auto">
          <a:xfrm>
            <a:off x="10992544" y="6412107"/>
            <a:ext cx="738477" cy="333594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squar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文本占位符 6"/>
          <p:cNvSpPr>
            <a:spLocks noGrp="1"/>
          </p:cNvSpPr>
          <p:nvPr>
            <p:ph type="body" sz="quarter" idx="12" hasCustomPrompt="1"/>
          </p:nvPr>
        </p:nvSpPr>
        <p:spPr>
          <a:xfrm>
            <a:off x="477723" y="175966"/>
            <a:ext cx="9218726" cy="559059"/>
          </a:xfrm>
          <a:prstGeom prst="rect">
            <a:avLst/>
          </a:prstGeom>
        </p:spPr>
        <p:txBody>
          <a:bodyPr lIns="72886" tIns="36443" rIns="72886" bIns="36443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单击此处编辑大标题</a:t>
            </a:r>
          </a:p>
        </p:txBody>
      </p:sp>
      <p:sp>
        <p:nvSpPr>
          <p:cNvPr id="20" name="文本占位符 6"/>
          <p:cNvSpPr>
            <a:spLocks noGrp="1"/>
          </p:cNvSpPr>
          <p:nvPr>
            <p:ph type="body" sz="quarter" idx="13" hasCustomPrompt="1"/>
          </p:nvPr>
        </p:nvSpPr>
        <p:spPr>
          <a:xfrm>
            <a:off x="477723" y="1063639"/>
            <a:ext cx="11231448" cy="468452"/>
          </a:xfrm>
          <a:prstGeom prst="rect">
            <a:avLst/>
          </a:prstGeom>
        </p:spPr>
        <p:txBody>
          <a:bodyPr lIns="72886" tIns="36443" rIns="72886" bIns="36443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单击此处编辑标题</a:t>
            </a:r>
          </a:p>
        </p:txBody>
      </p:sp>
      <p:sp>
        <p:nvSpPr>
          <p:cNvPr id="21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477723" y="1532091"/>
            <a:ext cx="11233150" cy="1176830"/>
          </a:xfrm>
          <a:prstGeom prst="rect">
            <a:avLst/>
          </a:prstGeom>
        </p:spPr>
        <p:txBody>
          <a:bodyPr lIns="72886" tIns="36443" rIns="72886" bIns="36443" anchor="t" anchorCtr="0"/>
          <a:lstStyle>
            <a:lvl1pPr marL="342900" indent="-342900"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2000" b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× × × × × × × × × × × × × × × × × × × × × × × × × × × × × × × × × × × ×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× × × × × × × × × × × × × × × × × × × × × × × × × × × × × × × × ×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× × × × × × × × × × × × × × × × × × × × × × × × × × × × × × × × × × × × × ×</a:t>
            </a:r>
            <a:endParaRPr lang="zh-CN" altLang="en-US" dirty="0"/>
          </a:p>
        </p:txBody>
      </p:sp>
      <p:cxnSp>
        <p:nvCxnSpPr>
          <p:cNvPr id="8" name="直接连接符 7"/>
          <p:cNvCxnSpPr/>
          <p:nvPr userDrawn="1"/>
        </p:nvCxnSpPr>
        <p:spPr>
          <a:xfrm flipH="1">
            <a:off x="479425" y="836712"/>
            <a:ext cx="112331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 userDrawn="1"/>
        </p:nvSpPr>
        <p:spPr>
          <a:xfrm>
            <a:off x="5903385" y="7004052"/>
            <a:ext cx="1512000" cy="4683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marL="0" marR="0" lvl="0" indent="0" algn="ctr" defTabSz="4572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解放蓝</a:t>
            </a:r>
            <a:endParaRPr kumimoji="0" lang="en-US" altLang="zh-CN" sz="1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21/42/140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7431809" y="7004052"/>
            <a:ext cx="1512000" cy="4683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marL="0" marR="0" lvl="0" indent="0" algn="ctr" defTabSz="4572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辅助蓝</a:t>
            </a:r>
            <a:endParaRPr kumimoji="0" lang="en-US" altLang="zh-CN" sz="1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39/150/212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10488656" y="7004052"/>
            <a:ext cx="1512000" cy="4683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marL="0" marR="0" lvl="0" indent="0" algn="ctr" defTabSz="4572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辅助红</a:t>
            </a:r>
            <a:endParaRPr kumimoji="0" lang="en-US" altLang="zh-CN" sz="1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177/0/17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矩形 23"/>
          <p:cNvSpPr/>
          <p:nvPr userDrawn="1"/>
        </p:nvSpPr>
        <p:spPr>
          <a:xfrm>
            <a:off x="8960233" y="7004052"/>
            <a:ext cx="1512000" cy="468311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marL="0" marR="0" lvl="0" indent="0" algn="ctr" defTabSz="4572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辅助灰</a:t>
            </a:r>
            <a:endParaRPr kumimoji="0" lang="en-US" altLang="zh-CN" sz="1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167/169/172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6" name="图形 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61704" y="264695"/>
            <a:ext cx="1750871" cy="381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正文页-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0" y="6942143"/>
            <a:ext cx="12192000" cy="614361"/>
            <a:chOff x="0" y="6942143"/>
            <a:chExt cx="12192000" cy="614361"/>
          </a:xfrm>
        </p:grpSpPr>
        <p:sp>
          <p:nvSpPr>
            <p:cNvPr id="4" name="同侧圆角矩形 3"/>
            <p:cNvSpPr/>
            <p:nvPr userDrawn="1"/>
          </p:nvSpPr>
          <p:spPr>
            <a:xfrm rot="10800000">
              <a:off x="0" y="6942143"/>
              <a:ext cx="12192000" cy="614361"/>
            </a:xfrm>
            <a:prstGeom prst="round2SameRect">
              <a:avLst>
                <a:gd name="adj1" fmla="val 2105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886" tIns="36443" rIns="72886" bIns="36443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2406647" y="6964366"/>
              <a:ext cx="3344336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PPT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标准提示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——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字体：</a:t>
              </a:r>
              <a:r>
                <a:rPr kumimoji="0" lang="zh-CN" alt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微软雅黑     </a:t>
              </a:r>
              <a:r>
                <a:rPr kumimoji="0" lang="zh-CN" altLang="en-US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颜色：</a:t>
              </a:r>
              <a:r>
                <a:rPr kumimoji="0" lang="zh-CN" alt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优先用右侧颜色</a:t>
              </a:r>
            </a:p>
          </p:txBody>
        </p:sp>
        <p:sp>
          <p:nvSpPr>
            <p:cNvPr id="11" name="矩形 10"/>
            <p:cNvSpPr/>
            <p:nvPr userDrawn="1"/>
          </p:nvSpPr>
          <p:spPr>
            <a:xfrm>
              <a:off x="231649" y="6964366"/>
              <a:ext cx="2077637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2023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正文页</a:t>
              </a:r>
            </a:p>
          </p:txBody>
        </p:sp>
      </p:grpSp>
      <p:sp>
        <p:nvSpPr>
          <p:cNvPr id="14" name="Rectangle 9"/>
          <p:cNvSpPr>
            <a:spLocks noChangeArrowheads="1"/>
          </p:cNvSpPr>
          <p:nvPr userDrawn="1"/>
        </p:nvSpPr>
        <p:spPr bwMode="auto">
          <a:xfrm>
            <a:off x="10992544" y="6412107"/>
            <a:ext cx="738477" cy="333594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squar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文本占位符 6"/>
          <p:cNvSpPr>
            <a:spLocks noGrp="1"/>
          </p:cNvSpPr>
          <p:nvPr>
            <p:ph type="body" sz="quarter" idx="12" hasCustomPrompt="1"/>
          </p:nvPr>
        </p:nvSpPr>
        <p:spPr>
          <a:xfrm>
            <a:off x="477723" y="175966"/>
            <a:ext cx="9218726" cy="559059"/>
          </a:xfrm>
          <a:prstGeom prst="rect">
            <a:avLst/>
          </a:prstGeom>
        </p:spPr>
        <p:txBody>
          <a:bodyPr lIns="72886" tIns="36443" rIns="72886" bIns="36443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单击此处编辑大标题</a:t>
            </a:r>
          </a:p>
        </p:txBody>
      </p:sp>
      <p:sp>
        <p:nvSpPr>
          <p:cNvPr id="21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477723" y="1052513"/>
            <a:ext cx="11233150" cy="1176830"/>
          </a:xfrm>
          <a:prstGeom prst="rect">
            <a:avLst/>
          </a:prstGeom>
        </p:spPr>
        <p:txBody>
          <a:bodyPr lIns="72886" tIns="36443" rIns="72886" bIns="36443" anchor="t" anchorCtr="0"/>
          <a:lstStyle>
            <a:lvl1pPr marL="342900" indent="-342900"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2000" b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× × × × × × × × × × × × × × × × × × × × × × × × × × × × × × × × × × × ×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× × × × × × × × × × × × × × × × × × × × × × × × × × × × × × × × ×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× × × × × × × × × × × × × × × × × × × × × × × × × × × × × × × × × × × × × ×</a:t>
            </a:r>
            <a:endParaRPr lang="zh-CN" altLang="en-US" dirty="0"/>
          </a:p>
        </p:txBody>
      </p:sp>
      <p:cxnSp>
        <p:nvCxnSpPr>
          <p:cNvPr id="6" name="直接连接符 5"/>
          <p:cNvCxnSpPr/>
          <p:nvPr userDrawn="1"/>
        </p:nvCxnSpPr>
        <p:spPr>
          <a:xfrm flipH="1">
            <a:off x="479425" y="836712"/>
            <a:ext cx="112331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 userDrawn="1"/>
        </p:nvSpPr>
        <p:spPr>
          <a:xfrm>
            <a:off x="5903385" y="7004052"/>
            <a:ext cx="1512000" cy="4683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marL="0" marR="0" lvl="0" indent="0" algn="ctr" defTabSz="4572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解放蓝</a:t>
            </a:r>
            <a:endParaRPr kumimoji="0" lang="en-US" altLang="zh-CN" sz="1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21/42/140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7431809" y="7004052"/>
            <a:ext cx="1512000" cy="4683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marL="0" marR="0" lvl="0" indent="0" algn="ctr" defTabSz="4572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辅助蓝</a:t>
            </a:r>
            <a:endParaRPr kumimoji="0" lang="en-US" altLang="zh-CN" sz="1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39/150/212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矩形 19"/>
          <p:cNvSpPr/>
          <p:nvPr userDrawn="1"/>
        </p:nvSpPr>
        <p:spPr>
          <a:xfrm>
            <a:off x="10488656" y="7004052"/>
            <a:ext cx="1512000" cy="4683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marL="0" marR="0" lvl="0" indent="0" algn="ctr" defTabSz="4572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辅助红</a:t>
            </a:r>
            <a:endParaRPr kumimoji="0" lang="en-US" altLang="zh-CN" sz="1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177/0/17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矩形 22"/>
          <p:cNvSpPr/>
          <p:nvPr userDrawn="1"/>
        </p:nvSpPr>
        <p:spPr>
          <a:xfrm>
            <a:off x="8960233" y="7004052"/>
            <a:ext cx="1512000" cy="468311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marL="0" marR="0" lvl="0" indent="0" algn="ctr" defTabSz="4572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辅助灰</a:t>
            </a:r>
            <a:endParaRPr kumimoji="0" lang="en-US" altLang="zh-CN" sz="1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167/169/172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5" name="图形 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61704" y="264695"/>
            <a:ext cx="1750871" cy="381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22内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占位符 6"/>
          <p:cNvSpPr>
            <a:spLocks noGrp="1"/>
          </p:cNvSpPr>
          <p:nvPr>
            <p:ph type="body" sz="quarter" idx="12"/>
          </p:nvPr>
        </p:nvSpPr>
        <p:spPr>
          <a:xfrm>
            <a:off x="804863" y="260648"/>
            <a:ext cx="8638412" cy="559059"/>
          </a:xfrm>
          <a:prstGeom prst="rect">
            <a:avLst/>
          </a:prstGeom>
        </p:spPr>
        <p:txBody>
          <a:bodyPr lIns="72886" tIns="36443" rIns="72886" bIns="36443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rgbClr val="112A8E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20" name="灯片编号占位符 5"/>
          <p:cNvSpPr>
            <a:spLocks noGrp="1"/>
          </p:cNvSpPr>
          <p:nvPr>
            <p:ph type="sldNum" sz="quarter" idx="13"/>
          </p:nvPr>
        </p:nvSpPr>
        <p:spPr>
          <a:xfrm>
            <a:off x="10415264" y="6356350"/>
            <a:ext cx="971874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75BDE2C-B28D-43D3-A85B-8175BF470FF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5" t="6743" r="4277" b="54843"/>
          <a:stretch>
            <a:fillRect/>
          </a:stretch>
        </p:blipFill>
        <p:spPr>
          <a:xfrm>
            <a:off x="9443275" y="332656"/>
            <a:ext cx="1991964" cy="47535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8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7" descr="7"/>
          <p:cNvPicPr>
            <a:picLocks noChangeAspect="1" noChangeArrowheads="1"/>
          </p:cNvPicPr>
          <p:nvPr/>
        </p:nvPicPr>
        <p:blipFill>
          <a:blip r:embed="rId6" cstate="screen"/>
          <a:srcRect/>
          <a:stretch>
            <a:fillRect/>
          </a:stretch>
        </p:blipFill>
        <p:spPr bwMode="auto">
          <a:xfrm>
            <a:off x="0" y="6221186"/>
            <a:ext cx="12190187" cy="636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 descr="C:\Documents and Settings\Administrator\桌面\1.png"/>
          <p:cNvPicPr>
            <a:picLocks noChangeAspect="1" noChangeArrowheads="1"/>
          </p:cNvPicPr>
          <p:nvPr/>
        </p:nvPicPr>
        <p:blipFill>
          <a:blip r:embed="rId7" cstate="email"/>
          <a:srcRect/>
          <a:stretch>
            <a:fillRect/>
          </a:stretch>
        </p:blipFill>
        <p:spPr bwMode="auto">
          <a:xfrm>
            <a:off x="239183" y="6359413"/>
            <a:ext cx="1722579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2" descr="C:\Users\z00124665\Desktop\HW LOGO(横版）.png"/>
          <p:cNvPicPr>
            <a:picLocks noChangeAspect="1" noChangeArrowheads="1"/>
          </p:cNvPicPr>
          <p:nvPr/>
        </p:nvPicPr>
        <p:blipFill>
          <a:blip r:embed="rId8" cstate="email"/>
          <a:srcRect/>
          <a:stretch>
            <a:fillRect/>
          </a:stretch>
        </p:blipFill>
        <p:spPr bwMode="auto">
          <a:xfrm>
            <a:off x="10272464" y="6359413"/>
            <a:ext cx="1595688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2" name="矩形 4"/>
          <p:cNvSpPr>
            <a:spLocks noChangeArrowheads="1"/>
          </p:cNvSpPr>
          <p:nvPr/>
        </p:nvSpPr>
        <p:spPr bwMode="auto">
          <a:xfrm>
            <a:off x="4572001" y="6401095"/>
            <a:ext cx="271741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9pPr>
          </a:lstStyle>
          <a:p>
            <a:pPr marL="0" marR="0" lvl="0" indent="0" algn="l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4E7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一汽解放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E4E7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&amp;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4E7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华为版权所有，禁止扩散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1E4E7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219464" y="6401482"/>
            <a:ext cx="1044888" cy="307777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993CC3-19E1-4C16-A64D-D7CD73D1E52D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1E4E7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1E4E7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" name="Picture 4" descr="C:\Users\lvsd.JFFAW\Desktop\微信图片_20190830134344.pn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0402" y="111987"/>
            <a:ext cx="864000" cy="395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华文细黑" panose="0201060004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华文细黑" panose="0201060004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华文细黑" panose="0201060004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华文细黑" panose="02010600040101010101" pitchFamily="2" charset="-122"/>
        </a:defRPr>
      </a:lvl5pPr>
      <a:lvl6pPr marL="45085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01065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51915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02765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36550" indent="-33655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30250" indent="-27940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25855" indent="-224155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576705" indent="-224155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27555" indent="-224155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478405" indent="-225425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29255" indent="-225425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380105" indent="-225425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30955" indent="-225425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010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0850" algn="l" defTabSz="9010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01065" algn="l" defTabSz="9010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51915" algn="l" defTabSz="9010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02765" algn="l" defTabSz="9010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53615" algn="l" defTabSz="9010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03830" algn="l" defTabSz="9010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54680" algn="l" defTabSz="9010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05530" algn="l" defTabSz="9010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05182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解放PPT配色方案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003B90"/>
      </a:accent1>
      <a:accent2>
        <a:srgbClr val="A7A9AC"/>
      </a:accent2>
      <a:accent3>
        <a:srgbClr val="C00000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28575">
          <a:solidFill>
            <a:srgbClr val="003B9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默认设计模板">
  <a:themeElements>
    <a:clrScheme name="自定义 1">
      <a:dk1>
        <a:srgbClr val="1E4E79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雅黑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66">
            <a:alpha val="80000"/>
          </a:srgbClr>
        </a:solidFill>
        <a:ln>
          <a:solidFill>
            <a:srgbClr val="FFFF66"/>
          </a:solidFill>
        </a:ln>
      </a:spPr>
      <a:bodyPr rtlCol="0" anchor="ctr">
        <a:noAutofit/>
      </a:bodyPr>
      <a:lstStyle>
        <a:defPPr algn="ctr">
          <a:defRPr sz="1600" dirty="0">
            <a:solidFill>
              <a:srgbClr val="FF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a:style>
    </a:spDef>
    <a:lnDef>
      <a:spPr>
        <a:ln w="12700">
          <a:solidFill>
            <a:srgbClr val="000000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12700">
          <a:solidFill>
            <a:schemeClr val="tx1"/>
          </a:solidFill>
        </a:ln>
      </a:spPr>
      <a:bodyPr wrap="square" rtlCol="0">
        <a:spAutoFit/>
      </a:bodyPr>
      <a:lstStyle>
        <a:defPPr>
          <a:defRPr sz="12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023一汽解放PPT模板（轻量化鹰标-敏感信息）">
  <a:themeElements>
    <a:clrScheme name="VI标准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152A8C"/>
      </a:accent1>
      <a:accent2>
        <a:srgbClr val="2796D4"/>
      </a:accent2>
      <a:accent3>
        <a:srgbClr val="EDEDED"/>
      </a:accent3>
      <a:accent4>
        <a:srgbClr val="B10011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默认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36000" tIns="36000" rIns="36000" bIns="36000" rtlCol="0">
        <a:noAutofit/>
      </a:bodyPr>
      <a:lstStyle>
        <a:defPPr algn="l">
          <a:spcBef>
            <a:spcPts val="600"/>
          </a:spcBef>
          <a:defRPr dirty="0" err="1" smtClean="0">
            <a:solidFill>
              <a:srgbClr val="003B90"/>
            </a:solidFill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4168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等线</vt:lpstr>
      <vt:lpstr>微软雅黑</vt:lpstr>
      <vt:lpstr>Arial</vt:lpstr>
      <vt:lpstr>Calibri</vt:lpstr>
      <vt:lpstr>Wingdings</vt:lpstr>
      <vt:lpstr>Office 主题​​</vt:lpstr>
      <vt:lpstr>3_默认设计模板</vt:lpstr>
      <vt:lpstr>2023一汽解放PPT模板（轻量化鹰标-敏感信息）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抓党建工作述职报告</dc:title>
  <dc:creator>李日升</dc:creator>
  <cp:lastModifiedBy>俊樑 吴</cp:lastModifiedBy>
  <cp:revision>2344</cp:revision>
  <cp:lastPrinted>2019-03-19T07:50:00Z</cp:lastPrinted>
  <dcterms:created xsi:type="dcterms:W3CDTF">2015-12-28T03:19:00Z</dcterms:created>
  <dcterms:modified xsi:type="dcterms:W3CDTF">2026-07-18T02:03:13Z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CC1019D6AD114645AAC75C199579CF0A</vt:lpwstr>
  </property>
</Properties>
</file>